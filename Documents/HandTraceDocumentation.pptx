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64" r:id="rId3"/>
    <p:sldId id="365" r:id="rId4"/>
    <p:sldId id="257" r:id="rId5"/>
    <p:sldId id="367" r:id="rId6"/>
    <p:sldId id="421" r:id="rId7"/>
    <p:sldId id="450" r:id="rId8"/>
    <p:sldId id="451" r:id="rId9"/>
    <p:sldId id="452" r:id="rId10"/>
    <p:sldId id="453" r:id="rId11"/>
    <p:sldId id="455" r:id="rId12"/>
    <p:sldId id="456" r:id="rId13"/>
    <p:sldId id="457" r:id="rId14"/>
    <p:sldId id="458" r:id="rId15"/>
    <p:sldId id="459" r:id="rId16"/>
    <p:sldId id="460" r:id="rId17"/>
    <p:sldId id="449" r:id="rId18"/>
    <p:sldId id="417" r:id="rId19"/>
    <p:sldId id="440" r:id="rId20"/>
    <p:sldId id="454" r:id="rId21"/>
    <p:sldId id="470" r:id="rId22"/>
    <p:sldId id="472" r:id="rId23"/>
    <p:sldId id="473" r:id="rId24"/>
    <p:sldId id="471" r:id="rId25"/>
    <p:sldId id="475" r:id="rId26"/>
    <p:sldId id="476" r:id="rId27"/>
    <p:sldId id="477" r:id="rId28"/>
    <p:sldId id="479" r:id="rId29"/>
    <p:sldId id="478" r:id="rId30"/>
    <p:sldId id="480" r:id="rId31"/>
    <p:sldId id="482" r:id="rId32"/>
    <p:sldId id="483" r:id="rId33"/>
    <p:sldId id="484" r:id="rId34"/>
    <p:sldId id="485" r:id="rId35"/>
    <p:sldId id="486" r:id="rId36"/>
    <p:sldId id="487" r:id="rId37"/>
    <p:sldId id="481" r:id="rId38"/>
    <p:sldId id="461" r:id="rId39"/>
    <p:sldId id="462" r:id="rId40"/>
    <p:sldId id="466" r:id="rId41"/>
    <p:sldId id="467" r:id="rId42"/>
    <p:sldId id="468"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BC76D7D-899E-4FF6-B4FE-99C40BBC7232}">
          <p14:sldIdLst>
            <p14:sldId id="256"/>
            <p14:sldId id="364"/>
          </p14:sldIdLst>
        </p14:section>
        <p14:section name="Motivation and structure" id="{8563ED27-B9B5-41EE-A242-50E28B547917}">
          <p14:sldIdLst>
            <p14:sldId id="365"/>
            <p14:sldId id="257"/>
          </p14:sldIdLst>
        </p14:section>
        <p14:section name="Basic &quot;getting started&quot; steps" id="{3D53CBD7-0E2C-4AD6-88A4-457917784BE0}">
          <p14:sldIdLst>
            <p14:sldId id="367"/>
            <p14:sldId id="421"/>
            <p14:sldId id="450"/>
            <p14:sldId id="451"/>
            <p14:sldId id="452"/>
            <p14:sldId id="453"/>
            <p14:sldId id="455"/>
            <p14:sldId id="456"/>
            <p14:sldId id="457"/>
            <p14:sldId id="458"/>
            <p14:sldId id="459"/>
            <p14:sldId id="460"/>
            <p14:sldId id="449"/>
            <p14:sldId id="417"/>
          </p14:sldIdLst>
        </p14:section>
        <p14:section name="Examples" id="{FF862FAF-05E3-47F8-88D2-FC9D410CC75B}">
          <p14:sldIdLst>
            <p14:sldId id="440"/>
          </p14:sldIdLst>
        </p14:section>
        <p14:section name="Categories_PaintedStripesYellow" id="{F947750B-2B64-4E12-8D47-61065866B645}">
          <p14:sldIdLst>
            <p14:sldId id="454"/>
            <p14:sldId id="470"/>
            <p14:sldId id="472"/>
            <p14:sldId id="473"/>
            <p14:sldId id="471"/>
            <p14:sldId id="475"/>
            <p14:sldId id="476"/>
            <p14:sldId id="477"/>
            <p14:sldId id="479"/>
            <p14:sldId id="478"/>
            <p14:sldId id="480"/>
            <p14:sldId id="482"/>
            <p14:sldId id="483"/>
            <p14:sldId id="484"/>
            <p14:sldId id="485"/>
            <p14:sldId id="486"/>
            <p14:sldId id="487"/>
            <p14:sldId id="481"/>
            <p14:sldId id="461"/>
            <p14:sldId id="462"/>
            <p14:sldId id="466"/>
            <p14:sldId id="467"/>
            <p14:sldId id="4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A14F42-0CBA-440B-A7C1-38B4FB822F79}" v="316" dt="2026-03-24T11:23:17.3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74" d="100"/>
          <a:sy n="74" d="100"/>
        </p:scale>
        <p:origin x="1042"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Rodriguez Suarez" userId="087c2c33ab97c86b" providerId="LiveId" clId="{73D30941-A7E5-4AAE-9AC9-1E5B87A1410C}"/>
    <pc:docChg chg="undo custSel addSld delSld modSld sldOrd modSection">
      <pc:chgData name="Jaime Rodriguez Suarez" userId="087c2c33ab97c86b" providerId="LiveId" clId="{73D30941-A7E5-4AAE-9AC9-1E5B87A1410C}" dt="2026-03-24T11:23:20.438" v="739" actId="1076"/>
      <pc:docMkLst>
        <pc:docMk/>
      </pc:docMkLst>
      <pc:sldChg chg="modSp mod ord">
        <pc:chgData name="Jaime Rodriguez Suarez" userId="087c2c33ab97c86b" providerId="LiveId" clId="{73D30941-A7E5-4AAE-9AC9-1E5B87A1410C}" dt="2026-03-23T12:33:07.033" v="52" actId="27636"/>
        <pc:sldMkLst>
          <pc:docMk/>
          <pc:sldMk cId="124226282" sldId="454"/>
        </pc:sldMkLst>
        <pc:spChg chg="mod">
          <ac:chgData name="Jaime Rodriguez Suarez" userId="087c2c33ab97c86b" providerId="LiveId" clId="{73D30941-A7E5-4AAE-9AC9-1E5B87A1410C}" dt="2026-03-23T12:33:07.033" v="52" actId="27636"/>
          <ac:spMkLst>
            <pc:docMk/>
            <pc:sldMk cId="124226282" sldId="454"/>
            <ac:spMk id="2" creationId="{32EACBB2-A19F-2F20-9E32-5579F3B264DA}"/>
          </ac:spMkLst>
        </pc:spChg>
      </pc:sldChg>
      <pc:sldChg chg="addSp delSp modSp mod">
        <pc:chgData name="Jaime Rodriguez Suarez" userId="087c2c33ab97c86b" providerId="LiveId" clId="{73D30941-A7E5-4AAE-9AC9-1E5B87A1410C}" dt="2026-03-23T12:24:44.633" v="45" actId="1076"/>
        <pc:sldMkLst>
          <pc:docMk/>
          <pc:sldMk cId="2854117497" sldId="468"/>
        </pc:sldMkLst>
        <pc:spChg chg="mod">
          <ac:chgData name="Jaime Rodriguez Suarez" userId="087c2c33ab97c86b" providerId="LiveId" clId="{73D30941-A7E5-4AAE-9AC9-1E5B87A1410C}" dt="2026-03-23T12:23:45.031" v="33" actId="1076"/>
          <ac:spMkLst>
            <pc:docMk/>
            <pc:sldMk cId="2854117497" sldId="468"/>
            <ac:spMk id="4" creationId="{62931C41-A307-7D16-B1A0-7CB6EF4F1CAD}"/>
          </ac:spMkLst>
        </pc:spChg>
        <pc:spChg chg="add mod">
          <ac:chgData name="Jaime Rodriguez Suarez" userId="087c2c33ab97c86b" providerId="LiveId" clId="{73D30941-A7E5-4AAE-9AC9-1E5B87A1410C}" dt="2026-03-23T12:21:09.635" v="14" actId="1076"/>
          <ac:spMkLst>
            <pc:docMk/>
            <pc:sldMk cId="2854117497" sldId="468"/>
            <ac:spMk id="6" creationId="{F4ECEA7B-26A7-C441-905A-EEF7F9F71504}"/>
          </ac:spMkLst>
        </pc:spChg>
        <pc:spChg chg="add mod">
          <ac:chgData name="Jaime Rodriguez Suarez" userId="087c2c33ab97c86b" providerId="LiveId" clId="{73D30941-A7E5-4AAE-9AC9-1E5B87A1410C}" dt="2026-03-23T12:24:20.112" v="40" actId="1076"/>
          <ac:spMkLst>
            <pc:docMk/>
            <pc:sldMk cId="2854117497" sldId="468"/>
            <ac:spMk id="7" creationId="{7D07FF21-4CB4-AE46-106C-9EDA79486548}"/>
          </ac:spMkLst>
        </pc:spChg>
        <pc:spChg chg="add mod">
          <ac:chgData name="Jaime Rodriguez Suarez" userId="087c2c33ab97c86b" providerId="LiveId" clId="{73D30941-A7E5-4AAE-9AC9-1E5B87A1410C}" dt="2026-03-23T12:24:44.633" v="45" actId="1076"/>
          <ac:spMkLst>
            <pc:docMk/>
            <pc:sldMk cId="2854117497" sldId="468"/>
            <ac:spMk id="9" creationId="{46087D21-ACC5-30EB-4BAE-82257E70B0FD}"/>
          </ac:spMkLst>
        </pc:spChg>
        <pc:picChg chg="add mod">
          <ac:chgData name="Jaime Rodriguez Suarez" userId="087c2c33ab97c86b" providerId="LiveId" clId="{73D30941-A7E5-4AAE-9AC9-1E5B87A1410C}" dt="2026-03-23T12:18:46.965" v="6" actId="1076"/>
          <ac:picMkLst>
            <pc:docMk/>
            <pc:sldMk cId="2854117497" sldId="468"/>
            <ac:picMk id="2050" creationId="{A445395D-6141-4A8F-39F4-E57BE9D5286E}"/>
          </ac:picMkLst>
        </pc:picChg>
        <pc:picChg chg="add mod">
          <ac:chgData name="Jaime Rodriguez Suarez" userId="087c2c33ab97c86b" providerId="LiveId" clId="{73D30941-A7E5-4AAE-9AC9-1E5B87A1410C}" dt="2026-03-23T12:20:45.424" v="11" actId="14100"/>
          <ac:picMkLst>
            <pc:docMk/>
            <pc:sldMk cId="2854117497" sldId="468"/>
            <ac:picMk id="2052" creationId="{D3177097-79C5-C92D-E631-4472CC1CCFA2}"/>
          </ac:picMkLst>
        </pc:picChg>
        <pc:picChg chg="add del mod">
          <ac:chgData name="Jaime Rodriguez Suarez" userId="087c2c33ab97c86b" providerId="LiveId" clId="{73D30941-A7E5-4AAE-9AC9-1E5B87A1410C}" dt="2026-03-23T12:22:18.816" v="20" actId="478"/>
          <ac:picMkLst>
            <pc:docMk/>
            <pc:sldMk cId="2854117497" sldId="468"/>
            <ac:picMk id="2054" creationId="{A3541842-9669-CA35-43A5-281D1A8872B4}"/>
          </ac:picMkLst>
        </pc:picChg>
        <pc:picChg chg="add mod">
          <ac:chgData name="Jaime Rodriguez Suarez" userId="087c2c33ab97c86b" providerId="LiveId" clId="{73D30941-A7E5-4AAE-9AC9-1E5B87A1410C}" dt="2026-03-23T12:22:50.442" v="29" actId="14100"/>
          <ac:picMkLst>
            <pc:docMk/>
            <pc:sldMk cId="2854117497" sldId="468"/>
            <ac:picMk id="2056" creationId="{AB47AD1B-A5C8-9706-4555-527A4DB0E15A}"/>
          </ac:picMkLst>
        </pc:picChg>
        <pc:picChg chg="add mod">
          <ac:chgData name="Jaime Rodriguez Suarez" userId="087c2c33ab97c86b" providerId="LiveId" clId="{73D30941-A7E5-4AAE-9AC9-1E5B87A1410C}" dt="2026-03-23T12:24:03.130" v="38" actId="14100"/>
          <ac:picMkLst>
            <pc:docMk/>
            <pc:sldMk cId="2854117497" sldId="468"/>
            <ac:picMk id="2058" creationId="{42ABE6A9-C596-D263-2F62-6DDA7C581689}"/>
          </ac:picMkLst>
        </pc:picChg>
        <pc:picChg chg="add">
          <ac:chgData name="Jaime Rodriguez Suarez" userId="087c2c33ab97c86b" providerId="LiveId" clId="{73D30941-A7E5-4AAE-9AC9-1E5B87A1410C}" dt="2026-03-23T12:24:30.474" v="43"/>
          <ac:picMkLst>
            <pc:docMk/>
            <pc:sldMk cId="2854117497" sldId="468"/>
            <ac:picMk id="2060" creationId="{F4102F67-12E3-8B6F-8536-7D886921D8A0}"/>
          </ac:picMkLst>
        </pc:picChg>
      </pc:sldChg>
      <pc:sldChg chg="add">
        <pc:chgData name="Jaime Rodriguez Suarez" userId="087c2c33ab97c86b" providerId="LiveId" clId="{73D30941-A7E5-4AAE-9AC9-1E5B87A1410C}" dt="2026-03-23T12:28:16.432" v="46" actId="2890"/>
        <pc:sldMkLst>
          <pc:docMk/>
          <pc:sldMk cId="764458835" sldId="469"/>
        </pc:sldMkLst>
      </pc:sldChg>
      <pc:sldChg chg="addSp delSp modSp add mod ord">
        <pc:chgData name="Jaime Rodriguez Suarez" userId="087c2c33ab97c86b" providerId="LiveId" clId="{73D30941-A7E5-4AAE-9AC9-1E5B87A1410C}" dt="2026-03-23T12:37:25.864" v="88" actId="1076"/>
        <pc:sldMkLst>
          <pc:docMk/>
          <pc:sldMk cId="4133985197" sldId="470"/>
        </pc:sldMkLst>
        <pc:spChg chg="mod">
          <ac:chgData name="Jaime Rodriguez Suarez" userId="087c2c33ab97c86b" providerId="LiveId" clId="{73D30941-A7E5-4AAE-9AC9-1E5B87A1410C}" dt="2026-03-23T12:36:13.123" v="75" actId="1076"/>
          <ac:spMkLst>
            <pc:docMk/>
            <pc:sldMk cId="4133985197" sldId="470"/>
            <ac:spMk id="2" creationId="{ED7E5C9F-3CB3-0D4E-BAB7-C8180F3F30DD}"/>
          </ac:spMkLst>
        </pc:spChg>
        <pc:spChg chg="del mod">
          <ac:chgData name="Jaime Rodriguez Suarez" userId="087c2c33ab97c86b" providerId="LiveId" clId="{73D30941-A7E5-4AAE-9AC9-1E5B87A1410C}" dt="2026-03-23T12:36:17.778" v="76" actId="478"/>
          <ac:spMkLst>
            <pc:docMk/>
            <pc:sldMk cId="4133985197" sldId="470"/>
            <ac:spMk id="5" creationId="{7D414C1D-CDFB-71C7-5956-7166D9FF73A7}"/>
          </ac:spMkLst>
        </pc:spChg>
        <pc:spChg chg="del">
          <ac:chgData name="Jaime Rodriguez Suarez" userId="087c2c33ab97c86b" providerId="LiveId" clId="{73D30941-A7E5-4AAE-9AC9-1E5B87A1410C}" dt="2026-03-23T12:36:17.778" v="76" actId="478"/>
          <ac:spMkLst>
            <pc:docMk/>
            <pc:sldMk cId="4133985197" sldId="470"/>
            <ac:spMk id="6" creationId="{24671602-0126-288E-8B4D-7076E21652DE}"/>
          </ac:spMkLst>
        </pc:spChg>
        <pc:spChg chg="add mod">
          <ac:chgData name="Jaime Rodriguez Suarez" userId="087c2c33ab97c86b" providerId="LiveId" clId="{73D30941-A7E5-4AAE-9AC9-1E5B87A1410C}" dt="2026-03-23T12:37:04.453" v="84" actId="14100"/>
          <ac:spMkLst>
            <pc:docMk/>
            <pc:sldMk cId="4133985197" sldId="470"/>
            <ac:spMk id="7" creationId="{B612CB68-1911-6986-C125-99E640882F1C}"/>
          </ac:spMkLst>
        </pc:spChg>
        <pc:spChg chg="del">
          <ac:chgData name="Jaime Rodriguez Suarez" userId="087c2c33ab97c86b" providerId="LiveId" clId="{73D30941-A7E5-4AAE-9AC9-1E5B87A1410C}" dt="2026-03-23T12:36:17.778" v="76" actId="478"/>
          <ac:spMkLst>
            <pc:docMk/>
            <pc:sldMk cId="4133985197" sldId="470"/>
            <ac:spMk id="9" creationId="{725865D3-51FB-85C6-09F9-A5283A3DBBE6}"/>
          </ac:spMkLst>
        </pc:spChg>
        <pc:spChg chg="del">
          <ac:chgData name="Jaime Rodriguez Suarez" userId="087c2c33ab97c86b" providerId="LiveId" clId="{73D30941-A7E5-4AAE-9AC9-1E5B87A1410C}" dt="2026-03-23T12:36:17.778" v="76" actId="478"/>
          <ac:spMkLst>
            <pc:docMk/>
            <pc:sldMk cId="4133985197" sldId="470"/>
            <ac:spMk id="10" creationId="{A745AC66-27CB-E988-DE37-9E7DAE7B7F31}"/>
          </ac:spMkLst>
        </pc:spChg>
        <pc:spChg chg="add mod">
          <ac:chgData name="Jaime Rodriguez Suarez" userId="087c2c33ab97c86b" providerId="LiveId" clId="{73D30941-A7E5-4AAE-9AC9-1E5B87A1410C}" dt="2026-03-23T12:37:25.864" v="88" actId="1076"/>
          <ac:spMkLst>
            <pc:docMk/>
            <pc:sldMk cId="4133985197" sldId="470"/>
            <ac:spMk id="11" creationId="{C043F42B-0567-7596-0C8D-C8366E826729}"/>
          </ac:spMkLst>
        </pc:spChg>
        <pc:picChg chg="del">
          <ac:chgData name="Jaime Rodriguez Suarez" userId="087c2c33ab97c86b" providerId="LiveId" clId="{73D30941-A7E5-4AAE-9AC9-1E5B87A1410C}" dt="2026-03-23T12:36:17.778" v="76" actId="478"/>
          <ac:picMkLst>
            <pc:docMk/>
            <pc:sldMk cId="4133985197" sldId="470"/>
            <ac:picMk id="4" creationId="{C1457332-FDD1-9671-C77C-826BB3AA4479}"/>
          </ac:picMkLst>
        </pc:picChg>
        <pc:picChg chg="del">
          <ac:chgData name="Jaime Rodriguez Suarez" userId="087c2c33ab97c86b" providerId="LiveId" clId="{73D30941-A7E5-4AAE-9AC9-1E5B87A1410C}" dt="2026-03-23T12:36:17.778" v="76" actId="478"/>
          <ac:picMkLst>
            <pc:docMk/>
            <pc:sldMk cId="4133985197" sldId="470"/>
            <ac:picMk id="2050" creationId="{5D39464E-CCA0-8B58-CCED-359D29AA5DDA}"/>
          </ac:picMkLst>
        </pc:picChg>
        <pc:picChg chg="del">
          <ac:chgData name="Jaime Rodriguez Suarez" userId="087c2c33ab97c86b" providerId="LiveId" clId="{73D30941-A7E5-4AAE-9AC9-1E5B87A1410C}" dt="2026-03-23T12:36:17.778" v="76" actId="478"/>
          <ac:picMkLst>
            <pc:docMk/>
            <pc:sldMk cId="4133985197" sldId="470"/>
            <ac:picMk id="2056" creationId="{5056107F-FDA9-DFD7-7581-461F2C5F5D15}"/>
          </ac:picMkLst>
        </pc:picChg>
      </pc:sldChg>
      <pc:sldChg chg="addSp delSp modSp add mod ord">
        <pc:chgData name="Jaime Rodriguez Suarez" userId="087c2c33ab97c86b" providerId="LiveId" clId="{73D30941-A7E5-4AAE-9AC9-1E5B87A1410C}" dt="2026-03-23T12:46:16.558" v="139" actId="21"/>
        <pc:sldMkLst>
          <pc:docMk/>
          <pc:sldMk cId="1842109236" sldId="471"/>
        </pc:sldMkLst>
        <pc:spChg chg="mod">
          <ac:chgData name="Jaime Rodriguez Suarez" userId="087c2c33ab97c86b" providerId="LiveId" clId="{73D30941-A7E5-4AAE-9AC9-1E5B87A1410C}" dt="2026-03-23T12:43:07.910" v="102"/>
          <ac:spMkLst>
            <pc:docMk/>
            <pc:sldMk cId="1842109236" sldId="471"/>
            <ac:spMk id="2" creationId="{F0CA52A9-D159-3B02-4207-6BF7944588AB}"/>
          </ac:spMkLst>
        </pc:spChg>
        <pc:spChg chg="add mod">
          <ac:chgData name="Jaime Rodriguez Suarez" userId="087c2c33ab97c86b" providerId="LiveId" clId="{73D30941-A7E5-4AAE-9AC9-1E5B87A1410C}" dt="2026-03-23T12:45:11.830" v="121" actId="21"/>
          <ac:spMkLst>
            <pc:docMk/>
            <pc:sldMk cId="1842109236" sldId="471"/>
            <ac:spMk id="4" creationId="{380AD7E4-8FA3-8B20-A614-1F48DE7851B0}"/>
          </ac:spMkLst>
        </pc:spChg>
        <pc:spChg chg="add del mod">
          <ac:chgData name="Jaime Rodriguez Suarez" userId="087c2c33ab97c86b" providerId="LiveId" clId="{73D30941-A7E5-4AAE-9AC9-1E5B87A1410C}" dt="2026-03-23T12:46:16.558" v="139" actId="21"/>
          <ac:spMkLst>
            <pc:docMk/>
            <pc:sldMk cId="1842109236" sldId="471"/>
            <ac:spMk id="6" creationId="{534D2E1A-BE05-7B84-FF5A-50F6F6AF1474}"/>
          </ac:spMkLst>
        </pc:spChg>
        <pc:spChg chg="del">
          <ac:chgData name="Jaime Rodriguez Suarez" userId="087c2c33ab97c86b" providerId="LiveId" clId="{73D30941-A7E5-4AAE-9AC9-1E5B87A1410C}" dt="2026-03-23T12:42:20.951" v="93" actId="478"/>
          <ac:spMkLst>
            <pc:docMk/>
            <pc:sldMk cId="1842109236" sldId="471"/>
            <ac:spMk id="7" creationId="{BA65EB26-7A6B-AC5D-1874-EB79C3E118DD}"/>
          </ac:spMkLst>
        </pc:spChg>
        <pc:spChg chg="del">
          <ac:chgData name="Jaime Rodriguez Suarez" userId="087c2c33ab97c86b" providerId="LiveId" clId="{73D30941-A7E5-4AAE-9AC9-1E5B87A1410C}" dt="2026-03-23T12:42:25.599" v="95" actId="478"/>
          <ac:spMkLst>
            <pc:docMk/>
            <pc:sldMk cId="1842109236" sldId="471"/>
            <ac:spMk id="11" creationId="{BFBB5084-6891-1D19-08EB-612511982359}"/>
          </ac:spMkLst>
        </pc:spChg>
      </pc:sldChg>
      <pc:sldChg chg="modSp add del mod ord">
        <pc:chgData name="Jaime Rodriguez Suarez" userId="087c2c33ab97c86b" providerId="LiveId" clId="{73D30941-A7E5-4AAE-9AC9-1E5B87A1410C}" dt="2026-03-23T12:36:03.188" v="73" actId="47"/>
        <pc:sldMkLst>
          <pc:docMk/>
          <pc:sldMk cId="4079756578" sldId="471"/>
        </pc:sldMkLst>
        <pc:spChg chg="mod">
          <ac:chgData name="Jaime Rodriguez Suarez" userId="087c2c33ab97c86b" providerId="LiveId" clId="{73D30941-A7E5-4AAE-9AC9-1E5B87A1410C}" dt="2026-03-23T12:34:34.871" v="72" actId="20577"/>
          <ac:spMkLst>
            <pc:docMk/>
            <pc:sldMk cId="4079756578" sldId="471"/>
            <ac:spMk id="2" creationId="{BF980ACC-B702-6F65-93F5-50A395457F5B}"/>
          </ac:spMkLst>
        </pc:spChg>
      </pc:sldChg>
      <pc:sldChg chg="modSp add ord">
        <pc:chgData name="Jaime Rodriguez Suarez" userId="087c2c33ab97c86b" providerId="LiveId" clId="{73D30941-A7E5-4AAE-9AC9-1E5B87A1410C}" dt="2026-03-23T12:43:20.574" v="103"/>
        <pc:sldMkLst>
          <pc:docMk/>
          <pc:sldMk cId="864997860" sldId="472"/>
        </pc:sldMkLst>
        <pc:spChg chg="mod">
          <ac:chgData name="Jaime Rodriguez Suarez" userId="087c2c33ab97c86b" providerId="LiveId" clId="{73D30941-A7E5-4AAE-9AC9-1E5B87A1410C}" dt="2026-03-23T12:43:20.574" v="103"/>
          <ac:spMkLst>
            <pc:docMk/>
            <pc:sldMk cId="864997860" sldId="472"/>
            <ac:spMk id="2" creationId="{669D370B-AEFE-9785-077F-952A8BA30B74}"/>
          </ac:spMkLst>
        </pc:spChg>
      </pc:sldChg>
      <pc:sldChg chg="addSp delSp modSp add mod ord">
        <pc:chgData name="Jaime Rodriguez Suarez" userId="087c2c33ab97c86b" providerId="LiveId" clId="{73D30941-A7E5-4AAE-9AC9-1E5B87A1410C}" dt="2026-03-23T12:44:57.430" v="118" actId="1076"/>
        <pc:sldMkLst>
          <pc:docMk/>
          <pc:sldMk cId="1926211254" sldId="473"/>
        </pc:sldMkLst>
        <pc:spChg chg="mod">
          <ac:chgData name="Jaime Rodriguez Suarez" userId="087c2c33ab97c86b" providerId="LiveId" clId="{73D30941-A7E5-4AAE-9AC9-1E5B87A1410C}" dt="2026-03-23T12:43:48.552" v="112" actId="20577"/>
          <ac:spMkLst>
            <pc:docMk/>
            <pc:sldMk cId="1926211254" sldId="473"/>
            <ac:spMk id="2" creationId="{15957906-7D61-9D17-6B30-C036B7616EFE}"/>
          </ac:spMkLst>
        </pc:spChg>
        <pc:picChg chg="del mod">
          <ac:chgData name="Jaime Rodriguez Suarez" userId="087c2c33ab97c86b" providerId="LiveId" clId="{73D30941-A7E5-4AAE-9AC9-1E5B87A1410C}" dt="2026-03-23T12:44:49.903" v="114" actId="478"/>
          <ac:picMkLst>
            <pc:docMk/>
            <pc:sldMk cId="1926211254" sldId="473"/>
            <ac:picMk id="1026" creationId="{A2164006-3CB5-7222-BF0D-993495337B7E}"/>
          </ac:picMkLst>
        </pc:picChg>
        <pc:picChg chg="add mod">
          <ac:chgData name="Jaime Rodriguez Suarez" userId="087c2c33ab97c86b" providerId="LiveId" clId="{73D30941-A7E5-4AAE-9AC9-1E5B87A1410C}" dt="2026-03-23T12:44:57.430" v="118" actId="1076"/>
          <ac:picMkLst>
            <pc:docMk/>
            <pc:sldMk cId="1926211254" sldId="473"/>
            <ac:picMk id="3074" creationId="{483F7039-51E5-B628-901A-C5DF1E597311}"/>
          </ac:picMkLst>
        </pc:picChg>
      </pc:sldChg>
      <pc:sldChg chg="addSp delSp modSp add mod ord">
        <pc:chgData name="Jaime Rodriguez Suarez" userId="087c2c33ab97c86b" providerId="LiveId" clId="{73D30941-A7E5-4AAE-9AC9-1E5B87A1410C}" dt="2026-03-23T12:46:01.624" v="134" actId="1076"/>
        <pc:sldMkLst>
          <pc:docMk/>
          <pc:sldMk cId="4266818825" sldId="474"/>
        </pc:sldMkLst>
        <pc:spChg chg="del">
          <ac:chgData name="Jaime Rodriguez Suarez" userId="087c2c33ab97c86b" providerId="LiveId" clId="{73D30941-A7E5-4AAE-9AC9-1E5B87A1410C}" dt="2026-03-23T12:45:31.822" v="125" actId="478"/>
          <ac:spMkLst>
            <pc:docMk/>
            <pc:sldMk cId="4266818825" sldId="474"/>
            <ac:spMk id="4" creationId="{77BE125F-FDD6-37A0-068C-DB8DB81317B5}"/>
          </ac:spMkLst>
        </pc:spChg>
        <pc:spChg chg="del">
          <ac:chgData name="Jaime Rodriguez Suarez" userId="087c2c33ab97c86b" providerId="LiveId" clId="{73D30941-A7E5-4AAE-9AC9-1E5B87A1410C}" dt="2026-03-23T12:45:34.907" v="127" actId="478"/>
          <ac:spMkLst>
            <pc:docMk/>
            <pc:sldMk cId="4266818825" sldId="474"/>
            <ac:spMk id="7" creationId="{2A5D0C0B-3817-C6F0-395A-69B0BE8DDB7A}"/>
          </ac:spMkLst>
        </pc:spChg>
        <pc:spChg chg="add mod">
          <ac:chgData name="Jaime Rodriguez Suarez" userId="087c2c33ab97c86b" providerId="LiveId" clId="{73D30941-A7E5-4AAE-9AC9-1E5B87A1410C}" dt="2026-03-23T12:46:01.624" v="134" actId="1076"/>
          <ac:spMkLst>
            <pc:docMk/>
            <pc:sldMk cId="4266818825" sldId="474"/>
            <ac:spMk id="9" creationId="{E2FACFB7-51E6-2CC8-4823-BFBC8D4C9101}"/>
          </ac:spMkLst>
        </pc:spChg>
      </pc:sldChg>
      <pc:sldChg chg="addSp delSp modSp add mod">
        <pc:chgData name="Jaime Rodriguez Suarez" userId="087c2c33ab97c86b" providerId="LiveId" clId="{73D30941-A7E5-4AAE-9AC9-1E5B87A1410C}" dt="2026-03-24T10:40:01.516" v="241" actId="14100"/>
        <pc:sldMkLst>
          <pc:docMk/>
          <pc:sldMk cId="2979968511" sldId="475"/>
        </pc:sldMkLst>
        <pc:spChg chg="del">
          <ac:chgData name="Jaime Rodriguez Suarez" userId="087c2c33ab97c86b" providerId="LiveId" clId="{73D30941-A7E5-4AAE-9AC9-1E5B87A1410C}" dt="2026-03-23T13:03:21.499" v="231" actId="478"/>
          <ac:spMkLst>
            <pc:docMk/>
            <pc:sldMk cId="2979968511" sldId="475"/>
            <ac:spMk id="2" creationId="{243BB8B6-19E2-8749-B9B3-3D4E7530467D}"/>
          </ac:spMkLst>
        </pc:spChg>
        <pc:spChg chg="del">
          <ac:chgData name="Jaime Rodriguez Suarez" userId="087c2c33ab97c86b" providerId="LiveId" clId="{73D30941-A7E5-4AAE-9AC9-1E5B87A1410C}" dt="2026-03-23T13:03:19.286" v="230" actId="478"/>
          <ac:spMkLst>
            <pc:docMk/>
            <pc:sldMk cId="2979968511" sldId="475"/>
            <ac:spMk id="3" creationId="{AC7A6E81-B0BB-B65E-4408-22BB977C9A20}"/>
          </ac:spMkLst>
        </pc:spChg>
        <pc:spChg chg="del mod">
          <ac:chgData name="Jaime Rodriguez Suarez" userId="087c2c33ab97c86b" providerId="LiveId" clId="{73D30941-A7E5-4AAE-9AC9-1E5B87A1410C}" dt="2026-03-23T13:03:26.326" v="236" actId="478"/>
          <ac:spMkLst>
            <pc:docMk/>
            <pc:sldMk cId="2979968511" sldId="475"/>
            <ac:spMk id="5" creationId="{D555D3C0-A2F2-AD26-4D88-448C793560CE}"/>
          </ac:spMkLst>
        </pc:spChg>
        <pc:spChg chg="del">
          <ac:chgData name="Jaime Rodriguez Suarez" userId="087c2c33ab97c86b" providerId="LiveId" clId="{73D30941-A7E5-4AAE-9AC9-1E5B87A1410C}" dt="2026-03-23T13:03:23.730" v="233" actId="478"/>
          <ac:spMkLst>
            <pc:docMk/>
            <pc:sldMk cId="2979968511" sldId="475"/>
            <ac:spMk id="6" creationId="{F1F5271C-2A6B-4DB7-09E6-021B58F8294F}"/>
          </ac:spMkLst>
        </pc:spChg>
        <pc:spChg chg="add mod">
          <ac:chgData name="Jaime Rodriguez Suarez" userId="087c2c33ab97c86b" providerId="LiveId" clId="{73D30941-A7E5-4AAE-9AC9-1E5B87A1410C}" dt="2026-03-23T12:46:11.789" v="138" actId="1076"/>
          <ac:spMkLst>
            <pc:docMk/>
            <pc:sldMk cId="2979968511" sldId="475"/>
            <ac:spMk id="7" creationId="{8F64E9D7-58A8-A232-8E0F-83CEB341F24C}"/>
          </ac:spMkLst>
        </pc:spChg>
        <pc:spChg chg="del">
          <ac:chgData name="Jaime Rodriguez Suarez" userId="087c2c33ab97c86b" providerId="LiveId" clId="{73D30941-A7E5-4AAE-9AC9-1E5B87A1410C}" dt="2026-03-23T12:46:07.583" v="136" actId="478"/>
          <ac:spMkLst>
            <pc:docMk/>
            <pc:sldMk cId="2979968511" sldId="475"/>
            <ac:spMk id="9" creationId="{400BBAE8-A0DA-F46C-9B61-B815F31C57F0}"/>
          </ac:spMkLst>
        </pc:spChg>
        <pc:picChg chg="del">
          <ac:chgData name="Jaime Rodriguez Suarez" userId="087c2c33ab97c86b" providerId="LiveId" clId="{73D30941-A7E5-4AAE-9AC9-1E5B87A1410C}" dt="2026-03-23T13:03:24.600" v="234" actId="478"/>
          <ac:picMkLst>
            <pc:docMk/>
            <pc:sldMk cId="2979968511" sldId="475"/>
            <ac:picMk id="3074" creationId="{531E5BBE-A212-A035-E975-BAAEB1873A5D}"/>
          </ac:picMkLst>
        </pc:picChg>
        <pc:picChg chg="del">
          <ac:chgData name="Jaime Rodriguez Suarez" userId="087c2c33ab97c86b" providerId="LiveId" clId="{73D30941-A7E5-4AAE-9AC9-1E5B87A1410C}" dt="2026-03-23T13:03:22.678" v="232" actId="478"/>
          <ac:picMkLst>
            <pc:docMk/>
            <pc:sldMk cId="2979968511" sldId="475"/>
            <ac:picMk id="3076" creationId="{76D956FC-5DA4-2D17-C9FC-1F05E5188397}"/>
          </ac:picMkLst>
        </pc:picChg>
        <pc:picChg chg="add mod">
          <ac:chgData name="Jaime Rodriguez Suarez" userId="087c2c33ab97c86b" providerId="LiveId" clId="{73D30941-A7E5-4AAE-9AC9-1E5B87A1410C}" dt="2026-03-24T10:40:01.516" v="241" actId="14100"/>
          <ac:picMkLst>
            <pc:docMk/>
            <pc:sldMk cId="2979968511" sldId="475"/>
            <ac:picMk id="5122" creationId="{C7C7F99F-90CA-55CA-CB66-54D4CF7E8DB0}"/>
          </ac:picMkLst>
        </pc:picChg>
      </pc:sldChg>
      <pc:sldChg chg="addSp delSp modSp add mod">
        <pc:chgData name="Jaime Rodriguez Suarez" userId="087c2c33ab97c86b" providerId="LiveId" clId="{73D30941-A7E5-4AAE-9AC9-1E5B87A1410C}" dt="2026-03-23T13:01:18.972" v="229" actId="6549"/>
        <pc:sldMkLst>
          <pc:docMk/>
          <pc:sldMk cId="702734605" sldId="476"/>
        </pc:sldMkLst>
        <pc:spChg chg="del mod">
          <ac:chgData name="Jaime Rodriguez Suarez" userId="087c2c33ab97c86b" providerId="LiveId" clId="{73D30941-A7E5-4AAE-9AC9-1E5B87A1410C}" dt="2026-03-23T12:46:40.306" v="151" actId="478"/>
          <ac:spMkLst>
            <pc:docMk/>
            <pc:sldMk cId="702734605" sldId="476"/>
            <ac:spMk id="2" creationId="{18A0E53C-575F-9EBE-570C-06F9190E9F7A}"/>
          </ac:spMkLst>
        </pc:spChg>
        <pc:spChg chg="del">
          <ac:chgData name="Jaime Rodriguez Suarez" userId="087c2c33ab97c86b" providerId="LiveId" clId="{73D30941-A7E5-4AAE-9AC9-1E5B87A1410C}" dt="2026-03-23T12:46:38.381" v="149" actId="478"/>
          <ac:spMkLst>
            <pc:docMk/>
            <pc:sldMk cId="702734605" sldId="476"/>
            <ac:spMk id="3" creationId="{0366E815-9755-3C4D-825B-17CA970F8BAA}"/>
          </ac:spMkLst>
        </pc:spChg>
        <pc:spChg chg="add mod">
          <ac:chgData name="Jaime Rodriguez Suarez" userId="087c2c33ab97c86b" providerId="LiveId" clId="{73D30941-A7E5-4AAE-9AC9-1E5B87A1410C}" dt="2026-03-23T13:01:18.972" v="229" actId="6549"/>
          <ac:spMkLst>
            <pc:docMk/>
            <pc:sldMk cId="702734605" sldId="476"/>
            <ac:spMk id="4" creationId="{534D2E1A-BE05-7B84-FF5A-50F6F6AF1474}"/>
          </ac:spMkLst>
        </pc:spChg>
        <pc:spChg chg="del mod">
          <ac:chgData name="Jaime Rodriguez Suarez" userId="087c2c33ab97c86b" providerId="LiveId" clId="{73D30941-A7E5-4AAE-9AC9-1E5B87A1410C}" dt="2026-03-23T12:46:35.449" v="147" actId="478"/>
          <ac:spMkLst>
            <pc:docMk/>
            <pc:sldMk cId="702734605" sldId="476"/>
            <ac:spMk id="5" creationId="{0418FA4D-AB19-55C1-5203-4ED12E32F9C1}"/>
          </ac:spMkLst>
        </pc:spChg>
        <pc:spChg chg="del">
          <ac:chgData name="Jaime Rodriguez Suarez" userId="087c2c33ab97c86b" providerId="LiveId" clId="{73D30941-A7E5-4AAE-9AC9-1E5B87A1410C}" dt="2026-03-23T12:46:36.783" v="148" actId="478"/>
          <ac:spMkLst>
            <pc:docMk/>
            <pc:sldMk cId="702734605" sldId="476"/>
            <ac:spMk id="6" creationId="{BDE7B3C6-A347-B2CF-BB77-853D4BA48657}"/>
          </ac:spMkLst>
        </pc:spChg>
        <pc:spChg chg="del">
          <ac:chgData name="Jaime Rodriguez Suarez" userId="087c2c33ab97c86b" providerId="LiveId" clId="{73D30941-A7E5-4AAE-9AC9-1E5B87A1410C}" dt="2026-03-23T12:46:23.088" v="141" actId="478"/>
          <ac:spMkLst>
            <pc:docMk/>
            <pc:sldMk cId="702734605" sldId="476"/>
            <ac:spMk id="7" creationId="{1DA72564-8D1A-B03B-D29C-E06894385FFD}"/>
          </ac:spMkLst>
        </pc:spChg>
        <pc:spChg chg="add mod">
          <ac:chgData name="Jaime Rodriguez Suarez" userId="087c2c33ab97c86b" providerId="LiveId" clId="{73D30941-A7E5-4AAE-9AC9-1E5B87A1410C}" dt="2026-03-23T12:54:43.075" v="211" actId="1076"/>
          <ac:spMkLst>
            <pc:docMk/>
            <pc:sldMk cId="702734605" sldId="476"/>
            <ac:spMk id="9" creationId="{BBEA0E10-9651-1463-6713-343CC786AA82}"/>
          </ac:spMkLst>
        </pc:spChg>
        <pc:spChg chg="add mod">
          <ac:chgData name="Jaime Rodriguez Suarez" userId="087c2c33ab97c86b" providerId="LiveId" clId="{73D30941-A7E5-4AAE-9AC9-1E5B87A1410C}" dt="2026-03-23T12:55:04.133" v="214" actId="1076"/>
          <ac:spMkLst>
            <pc:docMk/>
            <pc:sldMk cId="702734605" sldId="476"/>
            <ac:spMk id="11" creationId="{E00B0047-FA95-91EF-4AB9-9DC8613AD7AC}"/>
          </ac:spMkLst>
        </pc:spChg>
        <pc:spChg chg="add mod">
          <ac:chgData name="Jaime Rodriguez Suarez" userId="087c2c33ab97c86b" providerId="LiveId" clId="{73D30941-A7E5-4AAE-9AC9-1E5B87A1410C}" dt="2026-03-23T12:55:11.229" v="215" actId="1076"/>
          <ac:spMkLst>
            <pc:docMk/>
            <pc:sldMk cId="702734605" sldId="476"/>
            <ac:spMk id="13" creationId="{18658726-0E78-F460-B073-CB2FBF878837}"/>
          </ac:spMkLst>
        </pc:spChg>
        <pc:spChg chg="add mod">
          <ac:chgData name="Jaime Rodriguez Suarez" userId="087c2c33ab97c86b" providerId="LiveId" clId="{73D30941-A7E5-4AAE-9AC9-1E5B87A1410C}" dt="2026-03-23T12:55:15.308" v="216" actId="1076"/>
          <ac:spMkLst>
            <pc:docMk/>
            <pc:sldMk cId="702734605" sldId="476"/>
            <ac:spMk id="15" creationId="{C76EA796-6F9F-988E-09F1-E32BE4C13D3E}"/>
          </ac:spMkLst>
        </pc:spChg>
        <pc:spChg chg="add del">
          <ac:chgData name="Jaime Rodriguez Suarez" userId="087c2c33ab97c86b" providerId="LiveId" clId="{73D30941-A7E5-4AAE-9AC9-1E5B87A1410C}" dt="2026-03-23T12:57:29.224" v="219" actId="22"/>
          <ac:spMkLst>
            <pc:docMk/>
            <pc:sldMk cId="702734605" sldId="476"/>
            <ac:spMk id="17" creationId="{6460A59E-F0B1-9B4C-FFE8-A75AD6D58725}"/>
          </ac:spMkLst>
        </pc:spChg>
        <pc:spChg chg="add mod">
          <ac:chgData name="Jaime Rodriguez Suarez" userId="087c2c33ab97c86b" providerId="LiveId" clId="{73D30941-A7E5-4AAE-9AC9-1E5B87A1410C}" dt="2026-03-23T12:58:12.602" v="226" actId="1076"/>
          <ac:spMkLst>
            <pc:docMk/>
            <pc:sldMk cId="702734605" sldId="476"/>
            <ac:spMk id="19" creationId="{EABE0320-844A-14E0-F28C-0D1F763FBD1B}"/>
          </ac:spMkLst>
        </pc:spChg>
        <pc:picChg chg="del">
          <ac:chgData name="Jaime Rodriguez Suarez" userId="087c2c33ab97c86b" providerId="LiveId" clId="{73D30941-A7E5-4AAE-9AC9-1E5B87A1410C}" dt="2026-03-23T12:46:32.776" v="144" actId="478"/>
          <ac:picMkLst>
            <pc:docMk/>
            <pc:sldMk cId="702734605" sldId="476"/>
            <ac:picMk id="3074" creationId="{346859E5-C6EE-3ED1-BA50-296B2C720E58}"/>
          </ac:picMkLst>
        </pc:picChg>
        <pc:picChg chg="del">
          <ac:chgData name="Jaime Rodriguez Suarez" userId="087c2c33ab97c86b" providerId="LiveId" clId="{73D30941-A7E5-4AAE-9AC9-1E5B87A1410C}" dt="2026-03-23T12:46:33.323" v="145" actId="478"/>
          <ac:picMkLst>
            <pc:docMk/>
            <pc:sldMk cId="702734605" sldId="476"/>
            <ac:picMk id="3076" creationId="{3D757794-9D1C-E587-72C8-999A4AF404FF}"/>
          </ac:picMkLst>
        </pc:picChg>
        <pc:picChg chg="add del mod">
          <ac:chgData name="Jaime Rodriguez Suarez" userId="087c2c33ab97c86b" providerId="LiveId" clId="{73D30941-A7E5-4AAE-9AC9-1E5B87A1410C}" dt="2026-03-23T12:47:46.809" v="157" actId="478"/>
          <ac:picMkLst>
            <pc:docMk/>
            <pc:sldMk cId="702734605" sldId="476"/>
            <ac:picMk id="4098" creationId="{699DD417-59FF-AA19-B193-556E61B2F11F}"/>
          </ac:picMkLst>
        </pc:picChg>
        <pc:picChg chg="add mod">
          <ac:chgData name="Jaime Rodriguez Suarez" userId="087c2c33ab97c86b" providerId="LiveId" clId="{73D30941-A7E5-4AAE-9AC9-1E5B87A1410C}" dt="2026-03-23T12:54:37.102" v="210" actId="1076"/>
          <ac:picMkLst>
            <pc:docMk/>
            <pc:sldMk cId="702734605" sldId="476"/>
            <ac:picMk id="4100" creationId="{6D335861-E40F-86F0-9F57-B9F5347636C2}"/>
          </ac:picMkLst>
        </pc:picChg>
        <pc:picChg chg="add mod">
          <ac:chgData name="Jaime Rodriguez Suarez" userId="087c2c33ab97c86b" providerId="LiveId" clId="{73D30941-A7E5-4AAE-9AC9-1E5B87A1410C}" dt="2026-03-23T12:54:37.102" v="210" actId="1076"/>
          <ac:picMkLst>
            <pc:docMk/>
            <pc:sldMk cId="702734605" sldId="476"/>
            <ac:picMk id="4102" creationId="{4351B7AE-C429-5FCD-D86A-FB8F3B4B51DC}"/>
          </ac:picMkLst>
        </pc:picChg>
        <pc:picChg chg="add mod">
          <ac:chgData name="Jaime Rodriguez Suarez" userId="087c2c33ab97c86b" providerId="LiveId" clId="{73D30941-A7E5-4AAE-9AC9-1E5B87A1410C}" dt="2026-03-23T12:54:37.102" v="210" actId="1076"/>
          <ac:picMkLst>
            <pc:docMk/>
            <pc:sldMk cId="702734605" sldId="476"/>
            <ac:picMk id="4104" creationId="{A218B13C-359A-107B-CFA3-2C3AAB4B40EC}"/>
          </ac:picMkLst>
        </pc:picChg>
        <pc:picChg chg="add mod">
          <ac:chgData name="Jaime Rodriguez Suarez" userId="087c2c33ab97c86b" providerId="LiveId" clId="{73D30941-A7E5-4AAE-9AC9-1E5B87A1410C}" dt="2026-03-23T12:54:37.102" v="210" actId="1076"/>
          <ac:picMkLst>
            <pc:docMk/>
            <pc:sldMk cId="702734605" sldId="476"/>
            <ac:picMk id="4106" creationId="{FF2CF780-F762-DF65-8947-425C562C23AB}"/>
          </ac:picMkLst>
        </pc:picChg>
        <pc:picChg chg="add mod">
          <ac:chgData name="Jaime Rodriguez Suarez" userId="087c2c33ab97c86b" providerId="LiveId" clId="{73D30941-A7E5-4AAE-9AC9-1E5B87A1410C}" dt="2026-03-23T12:57:57.837" v="223" actId="1076"/>
          <ac:picMkLst>
            <pc:docMk/>
            <pc:sldMk cId="702734605" sldId="476"/>
            <ac:picMk id="4108" creationId="{6E7486DD-841E-23AA-5653-851C1EF3ABD3}"/>
          </ac:picMkLst>
        </pc:picChg>
      </pc:sldChg>
      <pc:sldChg chg="modSp add mod">
        <pc:chgData name="Jaime Rodriguez Suarez" userId="087c2c33ab97c86b" providerId="LiveId" clId="{73D30941-A7E5-4AAE-9AC9-1E5B87A1410C}" dt="2026-03-24T10:43:19.675" v="256" actId="27636"/>
        <pc:sldMkLst>
          <pc:docMk/>
          <pc:sldMk cId="1053945776" sldId="477"/>
        </pc:sldMkLst>
        <pc:spChg chg="mod">
          <ac:chgData name="Jaime Rodriguez Suarez" userId="087c2c33ab97c86b" providerId="LiveId" clId="{73D30941-A7E5-4AAE-9AC9-1E5B87A1410C}" dt="2026-03-24T10:43:19.675" v="256" actId="27636"/>
          <ac:spMkLst>
            <pc:docMk/>
            <pc:sldMk cId="1053945776" sldId="477"/>
            <ac:spMk id="2" creationId="{72A28ECA-273E-BA8E-1CCD-C398CE75BF50}"/>
          </ac:spMkLst>
        </pc:spChg>
      </pc:sldChg>
      <pc:sldChg chg="modSp add mod">
        <pc:chgData name="Jaime Rodriguez Suarez" userId="087c2c33ab97c86b" providerId="LiveId" clId="{73D30941-A7E5-4AAE-9AC9-1E5B87A1410C}" dt="2026-03-24T10:44:57.253" v="298" actId="20577"/>
        <pc:sldMkLst>
          <pc:docMk/>
          <pc:sldMk cId="3982357102" sldId="478"/>
        </pc:sldMkLst>
        <pc:spChg chg="mod">
          <ac:chgData name="Jaime Rodriguez Suarez" userId="087c2c33ab97c86b" providerId="LiveId" clId="{73D30941-A7E5-4AAE-9AC9-1E5B87A1410C}" dt="2026-03-24T10:44:57.253" v="298" actId="20577"/>
          <ac:spMkLst>
            <pc:docMk/>
            <pc:sldMk cId="3982357102" sldId="478"/>
            <ac:spMk id="2" creationId="{AC009CDA-7F36-6969-C936-757AD58F7029}"/>
          </ac:spMkLst>
        </pc:spChg>
      </pc:sldChg>
      <pc:sldChg chg="addSp delSp modSp add mod">
        <pc:chgData name="Jaime Rodriguez Suarez" userId="087c2c33ab97c86b" providerId="LiveId" clId="{73D30941-A7E5-4AAE-9AC9-1E5B87A1410C}" dt="2026-03-24T10:44:32.143" v="284" actId="20577"/>
        <pc:sldMkLst>
          <pc:docMk/>
          <pc:sldMk cId="1116357832" sldId="479"/>
        </pc:sldMkLst>
        <pc:spChg chg="mod">
          <ac:chgData name="Jaime Rodriguez Suarez" userId="087c2c33ab97c86b" providerId="LiveId" clId="{73D30941-A7E5-4AAE-9AC9-1E5B87A1410C}" dt="2026-03-24T10:43:43.102" v="262" actId="20577"/>
          <ac:spMkLst>
            <pc:docMk/>
            <pc:sldMk cId="1116357832" sldId="479"/>
            <ac:spMk id="2" creationId="{D3CE8C76-1E8C-9741-8B5B-38215438F79F}"/>
          </ac:spMkLst>
        </pc:spChg>
        <pc:spChg chg="del">
          <ac:chgData name="Jaime Rodriguez Suarez" userId="087c2c33ab97c86b" providerId="LiveId" clId="{73D30941-A7E5-4AAE-9AC9-1E5B87A1410C}" dt="2026-03-24T10:44:06.037" v="266" actId="478"/>
          <ac:spMkLst>
            <pc:docMk/>
            <pc:sldMk cId="1116357832" sldId="479"/>
            <ac:spMk id="5" creationId="{A141A7C0-0246-7721-AFA0-6FC3F0A49258}"/>
          </ac:spMkLst>
        </pc:spChg>
        <pc:spChg chg="mod">
          <ac:chgData name="Jaime Rodriguez Suarez" userId="087c2c33ab97c86b" providerId="LiveId" clId="{73D30941-A7E5-4AAE-9AC9-1E5B87A1410C}" dt="2026-03-24T10:44:32.143" v="284" actId="20577"/>
          <ac:spMkLst>
            <pc:docMk/>
            <pc:sldMk cId="1116357832" sldId="479"/>
            <ac:spMk id="6" creationId="{5F01860D-7543-1CFB-EEEC-FDEE0CBABAEA}"/>
          </ac:spMkLst>
        </pc:spChg>
        <pc:spChg chg="del mod">
          <ac:chgData name="Jaime Rodriguez Suarez" userId="087c2c33ab97c86b" providerId="LiveId" clId="{73D30941-A7E5-4AAE-9AC9-1E5B87A1410C}" dt="2026-03-24T10:44:07.875" v="268" actId="478"/>
          <ac:spMkLst>
            <pc:docMk/>
            <pc:sldMk cId="1116357832" sldId="479"/>
            <ac:spMk id="9" creationId="{D8554FCC-E7AB-3577-DAC7-7539F1A8BFA6}"/>
          </ac:spMkLst>
        </pc:spChg>
        <pc:spChg chg="del">
          <ac:chgData name="Jaime Rodriguez Suarez" userId="087c2c33ab97c86b" providerId="LiveId" clId="{73D30941-A7E5-4AAE-9AC9-1E5B87A1410C}" dt="2026-03-24T10:44:09.877" v="269" actId="478"/>
          <ac:spMkLst>
            <pc:docMk/>
            <pc:sldMk cId="1116357832" sldId="479"/>
            <ac:spMk id="10" creationId="{E68AA5A8-8977-C50C-23E4-DDC6696BEA2C}"/>
          </ac:spMkLst>
        </pc:spChg>
        <pc:picChg chg="del">
          <ac:chgData name="Jaime Rodriguez Suarez" userId="087c2c33ab97c86b" providerId="LiveId" clId="{73D30941-A7E5-4AAE-9AC9-1E5B87A1410C}" dt="2026-03-24T10:44:03.037" v="265" actId="478"/>
          <ac:picMkLst>
            <pc:docMk/>
            <pc:sldMk cId="1116357832" sldId="479"/>
            <ac:picMk id="4" creationId="{62DB420F-DC75-0F9C-AAA3-48F52AEA5EE4}"/>
          </ac:picMkLst>
        </pc:picChg>
        <pc:picChg chg="add mod">
          <ac:chgData name="Jaime Rodriguez Suarez" userId="087c2c33ab97c86b" providerId="LiveId" clId="{73D30941-A7E5-4AAE-9AC9-1E5B87A1410C}" dt="2026-03-24T10:44:15.930" v="271" actId="1076"/>
          <ac:picMkLst>
            <pc:docMk/>
            <pc:sldMk cId="1116357832" sldId="479"/>
            <ac:picMk id="1026" creationId="{82ABB065-CD85-4EF5-E086-0ACE2C99D710}"/>
          </ac:picMkLst>
        </pc:picChg>
        <pc:picChg chg="del">
          <ac:chgData name="Jaime Rodriguez Suarez" userId="087c2c33ab97c86b" providerId="LiveId" clId="{73D30941-A7E5-4AAE-9AC9-1E5B87A1410C}" dt="2026-03-24T10:44:02.292" v="264" actId="478"/>
          <ac:picMkLst>
            <pc:docMk/>
            <pc:sldMk cId="1116357832" sldId="479"/>
            <ac:picMk id="2050" creationId="{F2F3E214-E294-F58C-A476-5B59411E7CEB}"/>
          </ac:picMkLst>
        </pc:picChg>
        <pc:picChg chg="del">
          <ac:chgData name="Jaime Rodriguez Suarez" userId="087c2c33ab97c86b" providerId="LiveId" clId="{73D30941-A7E5-4AAE-9AC9-1E5B87A1410C}" dt="2026-03-24T10:44:01.729" v="263" actId="478"/>
          <ac:picMkLst>
            <pc:docMk/>
            <pc:sldMk cId="1116357832" sldId="479"/>
            <ac:picMk id="2056" creationId="{2D1F80AF-7C93-A498-E108-FEFB3925B311}"/>
          </ac:picMkLst>
        </pc:picChg>
      </pc:sldChg>
      <pc:sldChg chg="addSp delSp modSp add mod">
        <pc:chgData name="Jaime Rodriguez Suarez" userId="087c2c33ab97c86b" providerId="LiveId" clId="{73D30941-A7E5-4AAE-9AC9-1E5B87A1410C}" dt="2026-03-24T10:58:30.263" v="519" actId="20577"/>
        <pc:sldMkLst>
          <pc:docMk/>
          <pc:sldMk cId="919480021" sldId="480"/>
        </pc:sldMkLst>
        <pc:spChg chg="mod">
          <ac:chgData name="Jaime Rodriguez Suarez" userId="087c2c33ab97c86b" providerId="LiveId" clId="{73D30941-A7E5-4AAE-9AC9-1E5B87A1410C}" dt="2026-03-24T10:45:13.798" v="307" actId="20577"/>
          <ac:spMkLst>
            <pc:docMk/>
            <pc:sldMk cId="919480021" sldId="480"/>
            <ac:spMk id="2" creationId="{9932AD6E-2E51-06E4-D2CE-35DF23F1083E}"/>
          </ac:spMkLst>
        </pc:spChg>
        <pc:spChg chg="add mod">
          <ac:chgData name="Jaime Rodriguez Suarez" userId="087c2c33ab97c86b" providerId="LiveId" clId="{73D30941-A7E5-4AAE-9AC9-1E5B87A1410C}" dt="2026-03-24T10:54:59.647" v="402" actId="20577"/>
          <ac:spMkLst>
            <pc:docMk/>
            <pc:sldMk cId="919480021" sldId="480"/>
            <ac:spMk id="3" creationId="{1DFC96EB-A70F-B74B-EDE9-7BE2269256E9}"/>
          </ac:spMkLst>
        </pc:spChg>
        <pc:spChg chg="add mod">
          <ac:chgData name="Jaime Rodriguez Suarez" userId="087c2c33ab97c86b" providerId="LiveId" clId="{73D30941-A7E5-4AAE-9AC9-1E5B87A1410C}" dt="2026-03-24T10:55:09.423" v="415" actId="20577"/>
          <ac:spMkLst>
            <pc:docMk/>
            <pc:sldMk cId="919480021" sldId="480"/>
            <ac:spMk id="4" creationId="{96B00032-9236-C57F-69FA-85ABE7407E7C}"/>
          </ac:spMkLst>
        </pc:spChg>
        <pc:spChg chg="add mod">
          <ac:chgData name="Jaime Rodriguez Suarez" userId="087c2c33ab97c86b" providerId="LiveId" clId="{73D30941-A7E5-4AAE-9AC9-1E5B87A1410C}" dt="2026-03-24T10:55:24.306" v="433" actId="1076"/>
          <ac:spMkLst>
            <pc:docMk/>
            <pc:sldMk cId="919480021" sldId="480"/>
            <ac:spMk id="5" creationId="{EE49C994-F54B-44B7-4D71-61CE78E70C95}"/>
          </ac:spMkLst>
        </pc:spChg>
        <pc:spChg chg="mod">
          <ac:chgData name="Jaime Rodriguez Suarez" userId="087c2c33ab97c86b" providerId="LiveId" clId="{73D30941-A7E5-4AAE-9AC9-1E5B87A1410C}" dt="2026-03-24T10:58:19.150" v="507" actId="20577"/>
          <ac:spMkLst>
            <pc:docMk/>
            <pc:sldMk cId="919480021" sldId="480"/>
            <ac:spMk id="6" creationId="{44F1400E-FEC7-3B96-B6F4-D15CB7521970}"/>
          </ac:spMkLst>
        </pc:spChg>
        <pc:spChg chg="add mod">
          <ac:chgData name="Jaime Rodriguez Suarez" userId="087c2c33ab97c86b" providerId="LiveId" clId="{73D30941-A7E5-4AAE-9AC9-1E5B87A1410C}" dt="2026-03-24T10:57:09.464" v="480" actId="1076"/>
          <ac:spMkLst>
            <pc:docMk/>
            <pc:sldMk cId="919480021" sldId="480"/>
            <ac:spMk id="7" creationId="{135C8ABD-9D68-7DD1-16C6-7B3AE92D2992}"/>
          </ac:spMkLst>
        </pc:spChg>
        <pc:spChg chg="add del mod">
          <ac:chgData name="Jaime Rodriguez Suarez" userId="087c2c33ab97c86b" providerId="LiveId" clId="{73D30941-A7E5-4AAE-9AC9-1E5B87A1410C}" dt="2026-03-24T10:56:35.667" v="479"/>
          <ac:spMkLst>
            <pc:docMk/>
            <pc:sldMk cId="919480021" sldId="480"/>
            <ac:spMk id="8" creationId="{B04C49DC-D700-5657-2626-40219A997846}"/>
          </ac:spMkLst>
        </pc:spChg>
        <pc:spChg chg="add mod">
          <ac:chgData name="Jaime Rodriguez Suarez" userId="087c2c33ab97c86b" providerId="LiveId" clId="{73D30941-A7E5-4AAE-9AC9-1E5B87A1410C}" dt="2026-03-24T10:57:45.800" v="497" actId="20577"/>
          <ac:spMkLst>
            <pc:docMk/>
            <pc:sldMk cId="919480021" sldId="480"/>
            <ac:spMk id="9" creationId="{F12755E9-25E0-9EC9-ECCA-4597983314F1}"/>
          </ac:spMkLst>
        </pc:spChg>
        <pc:spChg chg="add mod">
          <ac:chgData name="Jaime Rodriguez Suarez" userId="087c2c33ab97c86b" providerId="LiveId" clId="{73D30941-A7E5-4AAE-9AC9-1E5B87A1410C}" dt="2026-03-24T10:58:30.263" v="519" actId="20577"/>
          <ac:spMkLst>
            <pc:docMk/>
            <pc:sldMk cId="919480021" sldId="480"/>
            <ac:spMk id="10" creationId="{880BE4FE-BE36-6913-7424-E2B187FAF65C}"/>
          </ac:spMkLst>
        </pc:spChg>
        <pc:spChg chg="add mod">
          <ac:chgData name="Jaime Rodriguez Suarez" userId="087c2c33ab97c86b" providerId="LiveId" clId="{73D30941-A7E5-4AAE-9AC9-1E5B87A1410C}" dt="2026-03-24T10:57:16.831" v="481" actId="1076"/>
          <ac:spMkLst>
            <pc:docMk/>
            <pc:sldMk cId="919480021" sldId="480"/>
            <ac:spMk id="11" creationId="{6909F773-61D6-A6EB-2C33-A5A5AC9A0B1E}"/>
          </ac:spMkLst>
        </pc:spChg>
        <pc:spChg chg="add mod">
          <ac:chgData name="Jaime Rodriguez Suarez" userId="087c2c33ab97c86b" providerId="LiveId" clId="{73D30941-A7E5-4AAE-9AC9-1E5B87A1410C}" dt="2026-03-24T10:57:33.515" v="492" actId="20577"/>
          <ac:spMkLst>
            <pc:docMk/>
            <pc:sldMk cId="919480021" sldId="480"/>
            <ac:spMk id="12" creationId="{1045B0A8-7EC9-AF1B-87A7-6C8C898124A0}"/>
          </ac:spMkLst>
        </pc:spChg>
        <pc:picChg chg="del">
          <ac:chgData name="Jaime Rodriguez Suarez" userId="087c2c33ab97c86b" providerId="LiveId" clId="{73D30941-A7E5-4AAE-9AC9-1E5B87A1410C}" dt="2026-03-24T10:46:20.440" v="308" actId="478"/>
          <ac:picMkLst>
            <pc:docMk/>
            <pc:sldMk cId="919480021" sldId="480"/>
            <ac:picMk id="1026" creationId="{8E95CF56-3D94-8609-BDA7-2EBA633D675B}"/>
          </ac:picMkLst>
        </pc:picChg>
        <pc:picChg chg="add mod">
          <ac:chgData name="Jaime Rodriguez Suarez" userId="087c2c33ab97c86b" providerId="LiveId" clId="{73D30941-A7E5-4AAE-9AC9-1E5B87A1410C}" dt="2026-03-24T10:49:27.236" v="342" actId="14100"/>
          <ac:picMkLst>
            <pc:docMk/>
            <pc:sldMk cId="919480021" sldId="480"/>
            <ac:picMk id="2050" creationId="{D79F192C-AEFB-456D-3046-759C96BD8BC0}"/>
          </ac:picMkLst>
        </pc:picChg>
        <pc:picChg chg="add mod">
          <ac:chgData name="Jaime Rodriguez Suarez" userId="087c2c33ab97c86b" providerId="LiveId" clId="{73D30941-A7E5-4AAE-9AC9-1E5B87A1410C}" dt="2026-03-24T10:49:48.197" v="347" actId="14100"/>
          <ac:picMkLst>
            <pc:docMk/>
            <pc:sldMk cId="919480021" sldId="480"/>
            <ac:picMk id="2052" creationId="{D3ED1E5C-B9DF-57CB-7CB9-C84285F12CBF}"/>
          </ac:picMkLst>
        </pc:picChg>
        <pc:picChg chg="add mod">
          <ac:chgData name="Jaime Rodriguez Suarez" userId="087c2c33ab97c86b" providerId="LiveId" clId="{73D30941-A7E5-4AAE-9AC9-1E5B87A1410C}" dt="2026-03-24T10:50:06.686" v="351" actId="14100"/>
          <ac:picMkLst>
            <pc:docMk/>
            <pc:sldMk cId="919480021" sldId="480"/>
            <ac:picMk id="2054" creationId="{EF6C3E0C-D949-6BCD-AE77-DBEF34C3DEA7}"/>
          </ac:picMkLst>
        </pc:picChg>
        <pc:picChg chg="add mod">
          <ac:chgData name="Jaime Rodriguez Suarez" userId="087c2c33ab97c86b" providerId="LiveId" clId="{73D30941-A7E5-4AAE-9AC9-1E5B87A1410C}" dt="2026-03-24T10:50:50.305" v="357" actId="14100"/>
          <ac:picMkLst>
            <pc:docMk/>
            <pc:sldMk cId="919480021" sldId="480"/>
            <ac:picMk id="2056" creationId="{8D5E93D8-22F7-5E74-EF88-0D20D40FBEDF}"/>
          </ac:picMkLst>
        </pc:picChg>
        <pc:picChg chg="add mod">
          <ac:chgData name="Jaime Rodriguez Suarez" userId="087c2c33ab97c86b" providerId="LiveId" clId="{73D30941-A7E5-4AAE-9AC9-1E5B87A1410C}" dt="2026-03-24T10:57:09.464" v="480" actId="1076"/>
          <ac:picMkLst>
            <pc:docMk/>
            <pc:sldMk cId="919480021" sldId="480"/>
            <ac:picMk id="2058" creationId="{790B9ABF-90C6-EA53-B66A-A5EE80D40697}"/>
          </ac:picMkLst>
        </pc:picChg>
        <pc:picChg chg="add mod">
          <ac:chgData name="Jaime Rodriguez Suarez" userId="087c2c33ab97c86b" providerId="LiveId" clId="{73D30941-A7E5-4AAE-9AC9-1E5B87A1410C}" dt="2026-03-24T10:57:16.831" v="481" actId="1076"/>
          <ac:picMkLst>
            <pc:docMk/>
            <pc:sldMk cId="919480021" sldId="480"/>
            <ac:picMk id="2060" creationId="{A7F7730C-F55F-9EEA-A78F-757AD130EB80}"/>
          </ac:picMkLst>
        </pc:picChg>
        <pc:picChg chg="add mod">
          <ac:chgData name="Jaime Rodriguez Suarez" userId="087c2c33ab97c86b" providerId="LiveId" clId="{73D30941-A7E5-4AAE-9AC9-1E5B87A1410C}" dt="2026-03-24T10:57:40.567" v="493" actId="1076"/>
          <ac:picMkLst>
            <pc:docMk/>
            <pc:sldMk cId="919480021" sldId="480"/>
            <ac:picMk id="2062" creationId="{749F58B0-3DA0-A99C-300E-99ED8B78A312}"/>
          </ac:picMkLst>
        </pc:picChg>
        <pc:picChg chg="add mod">
          <ac:chgData name="Jaime Rodriguez Suarez" userId="087c2c33ab97c86b" providerId="LiveId" clId="{73D30941-A7E5-4AAE-9AC9-1E5B87A1410C}" dt="2026-03-24T10:57:50.497" v="498" actId="1076"/>
          <ac:picMkLst>
            <pc:docMk/>
            <pc:sldMk cId="919480021" sldId="480"/>
            <ac:picMk id="2064" creationId="{A93DA921-1E22-9944-349C-53240F1DD9C1}"/>
          </ac:picMkLst>
        </pc:picChg>
        <pc:picChg chg="add mod">
          <ac:chgData name="Jaime Rodriguez Suarez" userId="087c2c33ab97c86b" providerId="LiveId" clId="{73D30941-A7E5-4AAE-9AC9-1E5B87A1410C}" dt="2026-03-24T10:54:20.967" v="387" actId="1076"/>
          <ac:picMkLst>
            <pc:docMk/>
            <pc:sldMk cId="919480021" sldId="480"/>
            <ac:picMk id="2066" creationId="{9D62DD42-AFC0-0418-C6B7-54D245A058CE}"/>
          </ac:picMkLst>
        </pc:picChg>
        <pc:picChg chg="add mod">
          <ac:chgData name="Jaime Rodriguez Suarez" userId="087c2c33ab97c86b" providerId="LiveId" clId="{73D30941-A7E5-4AAE-9AC9-1E5B87A1410C}" dt="2026-03-24T10:53:54.556" v="379"/>
          <ac:picMkLst>
            <pc:docMk/>
            <pc:sldMk cId="919480021" sldId="480"/>
            <ac:picMk id="2068" creationId="{F69A0190-0172-301E-6601-5DAE96CABA17}"/>
          </ac:picMkLst>
        </pc:picChg>
      </pc:sldChg>
      <pc:sldChg chg="modSp add mod ord">
        <pc:chgData name="Jaime Rodriguez Suarez" userId="087c2c33ab97c86b" providerId="LiveId" clId="{73D30941-A7E5-4AAE-9AC9-1E5B87A1410C}" dt="2026-03-24T10:47:37.664" v="325" actId="27636"/>
        <pc:sldMkLst>
          <pc:docMk/>
          <pc:sldMk cId="856222319" sldId="481"/>
        </pc:sldMkLst>
        <pc:spChg chg="mod">
          <ac:chgData name="Jaime Rodriguez Suarez" userId="087c2c33ab97c86b" providerId="LiveId" clId="{73D30941-A7E5-4AAE-9AC9-1E5B87A1410C}" dt="2026-03-24T10:47:37.664" v="325" actId="27636"/>
          <ac:spMkLst>
            <pc:docMk/>
            <pc:sldMk cId="856222319" sldId="481"/>
            <ac:spMk id="2" creationId="{A7B3EB5D-EBC5-6510-EA05-6BC7C719CE57}"/>
          </ac:spMkLst>
        </pc:spChg>
      </pc:sldChg>
      <pc:sldChg chg="modSp add mod">
        <pc:chgData name="Jaime Rodriguez Suarez" userId="087c2c33ab97c86b" providerId="LiveId" clId="{73D30941-A7E5-4AAE-9AC9-1E5B87A1410C}" dt="2026-03-24T10:47:49.876" v="333" actId="27636"/>
        <pc:sldMkLst>
          <pc:docMk/>
          <pc:sldMk cId="2023424973" sldId="482"/>
        </pc:sldMkLst>
        <pc:spChg chg="mod">
          <ac:chgData name="Jaime Rodriguez Suarez" userId="087c2c33ab97c86b" providerId="LiveId" clId="{73D30941-A7E5-4AAE-9AC9-1E5B87A1410C}" dt="2026-03-24T10:47:49.876" v="333" actId="27636"/>
          <ac:spMkLst>
            <pc:docMk/>
            <pc:sldMk cId="2023424973" sldId="482"/>
            <ac:spMk id="2" creationId="{1788FAB9-6B3E-0A25-0ED7-B03CDF5ABB44}"/>
          </ac:spMkLst>
        </pc:spChg>
      </pc:sldChg>
      <pc:sldChg chg="addSp delSp modSp add mod">
        <pc:chgData name="Jaime Rodriguez Suarez" userId="087c2c33ab97c86b" providerId="LiveId" clId="{73D30941-A7E5-4AAE-9AC9-1E5B87A1410C}" dt="2026-03-24T10:59:56.934" v="524" actId="1076"/>
        <pc:sldMkLst>
          <pc:docMk/>
          <pc:sldMk cId="3131937923" sldId="483"/>
        </pc:sldMkLst>
        <pc:spChg chg="mod">
          <ac:chgData name="Jaime Rodriguez Suarez" userId="087c2c33ab97c86b" providerId="LiveId" clId="{73D30941-A7E5-4AAE-9AC9-1E5B87A1410C}" dt="2026-03-24T10:48:45.374" v="339" actId="20577"/>
          <ac:spMkLst>
            <pc:docMk/>
            <pc:sldMk cId="3131937923" sldId="483"/>
            <ac:spMk id="2" creationId="{3676A9BD-8988-DE27-E28D-076C87564A28}"/>
          </ac:spMkLst>
        </pc:spChg>
        <pc:picChg chg="del">
          <ac:chgData name="Jaime Rodriguez Suarez" userId="087c2c33ab97c86b" providerId="LiveId" clId="{73D30941-A7E5-4AAE-9AC9-1E5B87A1410C}" dt="2026-03-24T10:59:47.724" v="521" actId="478"/>
          <ac:picMkLst>
            <pc:docMk/>
            <pc:sldMk cId="3131937923" sldId="483"/>
            <ac:picMk id="1026" creationId="{D7D8B927-5DA2-8E9E-98B9-2297FE061D10}"/>
          </ac:picMkLst>
        </pc:picChg>
        <pc:picChg chg="add mod">
          <ac:chgData name="Jaime Rodriguez Suarez" userId="087c2c33ab97c86b" providerId="LiveId" clId="{73D30941-A7E5-4AAE-9AC9-1E5B87A1410C}" dt="2026-03-24T10:59:56.934" v="524" actId="1076"/>
          <ac:picMkLst>
            <pc:docMk/>
            <pc:sldMk cId="3131937923" sldId="483"/>
            <ac:picMk id="3074" creationId="{A3341C8A-9B6A-CB52-DFEF-2CC85601586A}"/>
          </ac:picMkLst>
        </pc:picChg>
      </pc:sldChg>
      <pc:sldChg chg="addSp delSp modSp add mod">
        <pc:chgData name="Jaime Rodriguez Suarez" userId="087c2c33ab97c86b" providerId="LiveId" clId="{73D30941-A7E5-4AAE-9AC9-1E5B87A1410C}" dt="2026-03-24T11:04:50.084" v="553" actId="1076"/>
        <pc:sldMkLst>
          <pc:docMk/>
          <pc:sldMk cId="2924555159" sldId="484"/>
        </pc:sldMkLst>
        <pc:spChg chg="mod">
          <ac:chgData name="Jaime Rodriguez Suarez" userId="087c2c33ab97c86b" providerId="LiveId" clId="{73D30941-A7E5-4AAE-9AC9-1E5B87A1410C}" dt="2026-03-24T11:01:01.188" v="538" actId="1076"/>
          <ac:spMkLst>
            <pc:docMk/>
            <pc:sldMk cId="2924555159" sldId="484"/>
            <ac:spMk id="5" creationId="{529B2DAF-2669-1CB3-2A4E-094AE0FF0919}"/>
          </ac:spMkLst>
        </pc:spChg>
        <pc:spChg chg="mod">
          <ac:chgData name="Jaime Rodriguez Suarez" userId="087c2c33ab97c86b" providerId="LiveId" clId="{73D30941-A7E5-4AAE-9AC9-1E5B87A1410C}" dt="2026-03-24T11:01:53.674" v="544" actId="1076"/>
          <ac:spMkLst>
            <pc:docMk/>
            <pc:sldMk cId="2924555159" sldId="484"/>
            <ac:spMk id="6" creationId="{757B25D7-5015-5B4A-550E-D9F2165BD019}"/>
          </ac:spMkLst>
        </pc:spChg>
        <pc:spChg chg="mod">
          <ac:chgData name="Jaime Rodriguez Suarez" userId="087c2c33ab97c86b" providerId="LiveId" clId="{73D30941-A7E5-4AAE-9AC9-1E5B87A1410C}" dt="2026-03-24T11:01:59.905" v="545" actId="1076"/>
          <ac:spMkLst>
            <pc:docMk/>
            <pc:sldMk cId="2924555159" sldId="484"/>
            <ac:spMk id="9" creationId="{DDFD74C4-2E48-130E-6173-1CA883699CFF}"/>
          </ac:spMkLst>
        </pc:spChg>
        <pc:spChg chg="mod">
          <ac:chgData name="Jaime Rodriguez Suarez" userId="087c2c33ab97c86b" providerId="LiveId" clId="{73D30941-A7E5-4AAE-9AC9-1E5B87A1410C}" dt="2026-03-24T11:01:21.539" v="540" actId="408"/>
          <ac:spMkLst>
            <pc:docMk/>
            <pc:sldMk cId="2924555159" sldId="484"/>
            <ac:spMk id="10" creationId="{568C94A5-A013-827C-FA9D-720FF5E072FD}"/>
          </ac:spMkLst>
        </pc:spChg>
        <pc:picChg chg="del mod">
          <ac:chgData name="Jaime Rodriguez Suarez" userId="087c2c33ab97c86b" providerId="LiveId" clId="{73D30941-A7E5-4AAE-9AC9-1E5B87A1410C}" dt="2026-03-24T11:04:22.658" v="547" actId="478"/>
          <ac:picMkLst>
            <pc:docMk/>
            <pc:sldMk cId="2924555159" sldId="484"/>
            <ac:picMk id="4" creationId="{36DCC893-D2AE-71B1-6CBC-164DBB45876D}"/>
          </ac:picMkLst>
        </pc:picChg>
        <pc:picChg chg="del">
          <ac:chgData name="Jaime Rodriguez Suarez" userId="087c2c33ab97c86b" providerId="LiveId" clId="{73D30941-A7E5-4AAE-9AC9-1E5B87A1410C}" dt="2026-03-24T11:00:02.521" v="525" actId="478"/>
          <ac:picMkLst>
            <pc:docMk/>
            <pc:sldMk cId="2924555159" sldId="484"/>
            <ac:picMk id="2050" creationId="{D63A7579-C01E-36A7-FE89-618AA8038D14}"/>
          </ac:picMkLst>
        </pc:picChg>
        <pc:picChg chg="del">
          <ac:chgData name="Jaime Rodriguez Suarez" userId="087c2c33ab97c86b" providerId="LiveId" clId="{73D30941-A7E5-4AAE-9AC9-1E5B87A1410C}" dt="2026-03-24T11:00:38.981" v="530" actId="478"/>
          <ac:picMkLst>
            <pc:docMk/>
            <pc:sldMk cId="2924555159" sldId="484"/>
            <ac:picMk id="2056" creationId="{E7DEA1AD-DC7E-08BA-05FD-951D80F2B9B8}"/>
          </ac:picMkLst>
        </pc:picChg>
        <pc:picChg chg="add mod">
          <ac:chgData name="Jaime Rodriguez Suarez" userId="087c2c33ab97c86b" providerId="LiveId" clId="{73D30941-A7E5-4AAE-9AC9-1E5B87A1410C}" dt="2026-03-24T11:01:44.208" v="543" actId="1076"/>
          <ac:picMkLst>
            <pc:docMk/>
            <pc:sldMk cId="2924555159" sldId="484"/>
            <ac:picMk id="4098" creationId="{9DE02A12-FC3D-F7A0-BDA8-C7D83BE7AC0F}"/>
          </ac:picMkLst>
        </pc:picChg>
        <pc:picChg chg="add mod">
          <ac:chgData name="Jaime Rodriguez Suarez" userId="087c2c33ab97c86b" providerId="LiveId" clId="{73D30941-A7E5-4AAE-9AC9-1E5B87A1410C}" dt="2026-03-24T11:01:44.208" v="543" actId="1076"/>
          <ac:picMkLst>
            <pc:docMk/>
            <pc:sldMk cId="2924555159" sldId="484"/>
            <ac:picMk id="4100" creationId="{18BD7E6F-A3D2-0C05-6218-BEC7571E1B6D}"/>
          </ac:picMkLst>
        </pc:picChg>
        <pc:picChg chg="add mod">
          <ac:chgData name="Jaime Rodriguez Suarez" userId="087c2c33ab97c86b" providerId="LiveId" clId="{73D30941-A7E5-4AAE-9AC9-1E5B87A1410C}" dt="2026-03-24T11:04:50.084" v="553" actId="1076"/>
          <ac:picMkLst>
            <pc:docMk/>
            <pc:sldMk cId="2924555159" sldId="484"/>
            <ac:picMk id="4102" creationId="{6B15D532-ABA3-85FC-BA08-BA8D3009739C}"/>
          </ac:picMkLst>
        </pc:picChg>
      </pc:sldChg>
      <pc:sldChg chg="addSp delSp modSp add mod">
        <pc:chgData name="Jaime Rodriguez Suarez" userId="087c2c33ab97c86b" providerId="LiveId" clId="{73D30941-A7E5-4AAE-9AC9-1E5B87A1410C}" dt="2026-03-24T11:13:55.206" v="646" actId="20577"/>
        <pc:sldMkLst>
          <pc:docMk/>
          <pc:sldMk cId="1805379586" sldId="485"/>
        </pc:sldMkLst>
        <pc:spChg chg="del">
          <ac:chgData name="Jaime Rodriguez Suarez" userId="087c2c33ab97c86b" providerId="LiveId" clId="{73D30941-A7E5-4AAE-9AC9-1E5B87A1410C}" dt="2026-03-24T11:06:04.378" v="556" actId="478"/>
          <ac:spMkLst>
            <pc:docMk/>
            <pc:sldMk cId="1805379586" sldId="485"/>
            <ac:spMk id="2" creationId="{CFECF900-617F-D46C-28C2-D43DC2FA42E1}"/>
          </ac:spMkLst>
        </pc:spChg>
        <pc:spChg chg="del">
          <ac:chgData name="Jaime Rodriguez Suarez" userId="087c2c33ab97c86b" providerId="LiveId" clId="{73D30941-A7E5-4AAE-9AC9-1E5B87A1410C}" dt="2026-03-24T11:06:03.233" v="555" actId="478"/>
          <ac:spMkLst>
            <pc:docMk/>
            <pc:sldMk cId="1805379586" sldId="485"/>
            <ac:spMk id="3" creationId="{909D42CA-7D28-F23D-92F2-1E69A61519A2}"/>
          </ac:spMkLst>
        </pc:spChg>
        <pc:spChg chg="mod">
          <ac:chgData name="Jaime Rodriguez Suarez" userId="087c2c33ab97c86b" providerId="LiveId" clId="{73D30941-A7E5-4AAE-9AC9-1E5B87A1410C}" dt="2026-03-24T11:13:43.505" v="642" actId="1076"/>
          <ac:spMkLst>
            <pc:docMk/>
            <pc:sldMk cId="1805379586" sldId="485"/>
            <ac:spMk id="4" creationId="{B43496EB-0974-BDC5-153E-B1A65CB96221}"/>
          </ac:spMkLst>
        </pc:spChg>
        <pc:spChg chg="mod">
          <ac:chgData name="Jaime Rodriguez Suarez" userId="087c2c33ab97c86b" providerId="LiveId" clId="{73D30941-A7E5-4AAE-9AC9-1E5B87A1410C}" dt="2026-03-24T11:11:03.756" v="620" actId="1076"/>
          <ac:spMkLst>
            <pc:docMk/>
            <pc:sldMk cId="1805379586" sldId="485"/>
            <ac:spMk id="5" creationId="{8263897F-227F-4F15-69C7-8DB1C36042ED}"/>
          </ac:spMkLst>
        </pc:spChg>
        <pc:spChg chg="del">
          <ac:chgData name="Jaime Rodriguez Suarez" userId="087c2c33ab97c86b" providerId="LiveId" clId="{73D30941-A7E5-4AAE-9AC9-1E5B87A1410C}" dt="2026-03-24T11:06:15.747" v="566" actId="478"/>
          <ac:spMkLst>
            <pc:docMk/>
            <pc:sldMk cId="1805379586" sldId="485"/>
            <ac:spMk id="6" creationId="{1CD9F779-4B52-59FB-5C16-01719E0B1CA9}"/>
          </ac:spMkLst>
        </pc:spChg>
        <pc:spChg chg="mod">
          <ac:chgData name="Jaime Rodriguez Suarez" userId="087c2c33ab97c86b" providerId="LiveId" clId="{73D30941-A7E5-4AAE-9AC9-1E5B87A1410C}" dt="2026-03-24T11:11:17.385" v="629" actId="20577"/>
          <ac:spMkLst>
            <pc:docMk/>
            <pc:sldMk cId="1805379586" sldId="485"/>
            <ac:spMk id="7" creationId="{99848370-341F-94C6-8CDB-7F4F89175253}"/>
          </ac:spMkLst>
        </pc:spChg>
        <pc:spChg chg="add mod">
          <ac:chgData name="Jaime Rodriguez Suarez" userId="087c2c33ab97c86b" providerId="LiveId" clId="{73D30941-A7E5-4AAE-9AC9-1E5B87A1410C}" dt="2026-03-24T11:11:03.756" v="620" actId="1076"/>
          <ac:spMkLst>
            <pc:docMk/>
            <pc:sldMk cId="1805379586" sldId="485"/>
            <ac:spMk id="8" creationId="{A26FD092-BF37-995C-DD95-056392304F67}"/>
          </ac:spMkLst>
        </pc:spChg>
        <pc:spChg chg="add del mod">
          <ac:chgData name="Jaime Rodriguez Suarez" userId="087c2c33ab97c86b" providerId="LiveId" clId="{73D30941-A7E5-4AAE-9AC9-1E5B87A1410C}" dt="2026-03-24T11:10:34.003" v="613" actId="478"/>
          <ac:spMkLst>
            <pc:docMk/>
            <pc:sldMk cId="1805379586" sldId="485"/>
            <ac:spMk id="9" creationId="{B02BC80C-7E74-8554-C5B9-A9772CB1C334}"/>
          </ac:spMkLst>
        </pc:spChg>
        <pc:spChg chg="add del">
          <ac:chgData name="Jaime Rodriguez Suarez" userId="087c2c33ab97c86b" providerId="LiveId" clId="{73D30941-A7E5-4AAE-9AC9-1E5B87A1410C}" dt="2026-03-24T11:10:34.003" v="613" actId="478"/>
          <ac:spMkLst>
            <pc:docMk/>
            <pc:sldMk cId="1805379586" sldId="485"/>
            <ac:spMk id="10" creationId="{ADEBBB4B-CA6F-02D3-7B3B-FBC97A392317}"/>
          </ac:spMkLst>
        </pc:spChg>
        <pc:spChg chg="add">
          <ac:chgData name="Jaime Rodriguez Suarez" userId="087c2c33ab97c86b" providerId="LiveId" clId="{73D30941-A7E5-4AAE-9AC9-1E5B87A1410C}" dt="2026-03-24T11:10:36.849" v="614"/>
          <ac:spMkLst>
            <pc:docMk/>
            <pc:sldMk cId="1805379586" sldId="485"/>
            <ac:spMk id="11" creationId="{46EA9E81-1DEA-5D2C-07D5-713DAC0A9CCE}"/>
          </ac:spMkLst>
        </pc:spChg>
        <pc:spChg chg="add mod">
          <ac:chgData name="Jaime Rodriguez Suarez" userId="087c2c33ab97c86b" providerId="LiveId" clId="{73D30941-A7E5-4AAE-9AC9-1E5B87A1410C}" dt="2026-03-24T11:13:55.206" v="646" actId="20577"/>
          <ac:spMkLst>
            <pc:docMk/>
            <pc:sldMk cId="1805379586" sldId="485"/>
            <ac:spMk id="13" creationId="{8ED16DFB-0CA9-5934-E8D2-C999E3224588}"/>
          </ac:spMkLst>
        </pc:spChg>
        <pc:picChg chg="add mod">
          <ac:chgData name="Jaime Rodriguez Suarez" userId="087c2c33ab97c86b" providerId="LiveId" clId="{73D30941-A7E5-4AAE-9AC9-1E5B87A1410C}" dt="2026-03-24T11:10:51.061" v="618" actId="1076"/>
          <ac:picMkLst>
            <pc:docMk/>
            <pc:sldMk cId="1805379586" sldId="485"/>
            <ac:picMk id="12" creationId="{31373FCE-8FF7-8184-A074-2CA9FB59B7DD}"/>
          </ac:picMkLst>
        </pc:picChg>
        <pc:picChg chg="del">
          <ac:chgData name="Jaime Rodriguez Suarez" userId="087c2c33ab97c86b" providerId="LiveId" clId="{73D30941-A7E5-4AAE-9AC9-1E5B87A1410C}" dt="2026-03-24T11:05:59.797" v="554" actId="478"/>
          <ac:picMkLst>
            <pc:docMk/>
            <pc:sldMk cId="1805379586" sldId="485"/>
            <ac:picMk id="3074" creationId="{0C6849F5-AF89-4C32-58F9-581EB96FEEE5}"/>
          </ac:picMkLst>
        </pc:picChg>
        <pc:picChg chg="del">
          <ac:chgData name="Jaime Rodriguez Suarez" userId="087c2c33ab97c86b" providerId="LiveId" clId="{73D30941-A7E5-4AAE-9AC9-1E5B87A1410C}" dt="2026-03-24T11:06:14.050" v="565" actId="478"/>
          <ac:picMkLst>
            <pc:docMk/>
            <pc:sldMk cId="1805379586" sldId="485"/>
            <ac:picMk id="3076" creationId="{91582A17-5879-312A-9F10-567FF9621C18}"/>
          </ac:picMkLst>
        </pc:picChg>
        <pc:picChg chg="add mod">
          <ac:chgData name="Jaime Rodriguez Suarez" userId="087c2c33ab97c86b" providerId="LiveId" clId="{73D30941-A7E5-4AAE-9AC9-1E5B87A1410C}" dt="2026-03-24T11:11:03.756" v="620" actId="1076"/>
          <ac:picMkLst>
            <pc:docMk/>
            <pc:sldMk cId="1805379586" sldId="485"/>
            <ac:picMk id="5122" creationId="{9577C998-7332-C6DA-E7B0-3BDA7C25E2B5}"/>
          </ac:picMkLst>
        </pc:picChg>
        <pc:picChg chg="add del mod">
          <ac:chgData name="Jaime Rodriguez Suarez" userId="087c2c33ab97c86b" providerId="LiveId" clId="{73D30941-A7E5-4AAE-9AC9-1E5B87A1410C}" dt="2026-03-24T11:09:40.133" v="602" actId="478"/>
          <ac:picMkLst>
            <pc:docMk/>
            <pc:sldMk cId="1805379586" sldId="485"/>
            <ac:picMk id="5124" creationId="{BF088F56-7C09-2080-E85E-42498A6C907F}"/>
          </ac:picMkLst>
        </pc:picChg>
        <pc:picChg chg="add mod">
          <ac:chgData name="Jaime Rodriguez Suarez" userId="087c2c33ab97c86b" providerId="LiveId" clId="{73D30941-A7E5-4AAE-9AC9-1E5B87A1410C}" dt="2026-03-24T11:11:03.756" v="620" actId="1076"/>
          <ac:picMkLst>
            <pc:docMk/>
            <pc:sldMk cId="1805379586" sldId="485"/>
            <ac:picMk id="5126" creationId="{8208FF39-8DE3-FBEB-7BD0-BFDC85CEB58E}"/>
          </ac:picMkLst>
        </pc:picChg>
        <pc:picChg chg="add mod">
          <ac:chgData name="Jaime Rodriguez Suarez" userId="087c2c33ab97c86b" providerId="LiveId" clId="{73D30941-A7E5-4AAE-9AC9-1E5B87A1410C}" dt="2026-03-24T11:13:31.618" v="639" actId="1076"/>
          <ac:picMkLst>
            <pc:docMk/>
            <pc:sldMk cId="1805379586" sldId="485"/>
            <ac:picMk id="5134" creationId="{7D5E27A4-95E6-7FA2-83CC-702EF4CC325B}"/>
          </ac:picMkLst>
        </pc:picChg>
      </pc:sldChg>
      <pc:sldChg chg="addSp delSp modSp add mod">
        <pc:chgData name="Jaime Rodriguez Suarez" userId="087c2c33ab97c86b" providerId="LiveId" clId="{73D30941-A7E5-4AAE-9AC9-1E5B87A1410C}" dt="2026-03-24T11:23:20.438" v="739" actId="1076"/>
        <pc:sldMkLst>
          <pc:docMk/>
          <pc:sldMk cId="2015585415" sldId="486"/>
        </pc:sldMkLst>
        <pc:spChg chg="del">
          <ac:chgData name="Jaime Rodriguez Suarez" userId="087c2c33ab97c86b" providerId="LiveId" clId="{73D30941-A7E5-4AAE-9AC9-1E5B87A1410C}" dt="2026-03-24T11:15:18.037" v="650" actId="478"/>
          <ac:spMkLst>
            <pc:docMk/>
            <pc:sldMk cId="2015585415" sldId="486"/>
            <ac:spMk id="2" creationId="{770EF4E2-E4A4-110E-CDAB-0DFCAAEFE3E9}"/>
          </ac:spMkLst>
        </pc:spChg>
        <pc:spChg chg="add del mod">
          <ac:chgData name="Jaime Rodriguez Suarez" userId="087c2c33ab97c86b" providerId="LiveId" clId="{73D30941-A7E5-4AAE-9AC9-1E5B87A1410C}" dt="2026-03-24T11:15:13.564" v="649" actId="478"/>
          <ac:spMkLst>
            <pc:docMk/>
            <pc:sldMk cId="2015585415" sldId="486"/>
            <ac:spMk id="3" creationId="{BB2D22BF-40C3-E0B2-4FD3-CA638A063490}"/>
          </ac:spMkLst>
        </pc:spChg>
        <pc:spChg chg="mod">
          <ac:chgData name="Jaime Rodriguez Suarez" userId="087c2c33ab97c86b" providerId="LiveId" clId="{73D30941-A7E5-4AAE-9AC9-1E5B87A1410C}" dt="2026-03-24T11:22:47.976" v="718" actId="1076"/>
          <ac:spMkLst>
            <pc:docMk/>
            <pc:sldMk cId="2015585415" sldId="486"/>
            <ac:spMk id="4" creationId="{24317D57-8175-B711-9078-C7ECCA889567}"/>
          </ac:spMkLst>
        </pc:spChg>
        <pc:spChg chg="mod">
          <ac:chgData name="Jaime Rodriguez Suarez" userId="087c2c33ab97c86b" providerId="LiveId" clId="{73D30941-A7E5-4AAE-9AC9-1E5B87A1410C}" dt="2026-03-24T11:22:34.919" v="713" actId="1076"/>
          <ac:spMkLst>
            <pc:docMk/>
            <pc:sldMk cId="2015585415" sldId="486"/>
            <ac:spMk id="5" creationId="{31406C8C-4BF0-FE57-B90E-ACAB21B990A7}"/>
          </ac:spMkLst>
        </pc:spChg>
        <pc:spChg chg="mod">
          <ac:chgData name="Jaime Rodriguez Suarez" userId="087c2c33ab97c86b" providerId="LiveId" clId="{73D30941-A7E5-4AAE-9AC9-1E5B87A1410C}" dt="2026-03-24T11:22:34.919" v="713" actId="1076"/>
          <ac:spMkLst>
            <pc:docMk/>
            <pc:sldMk cId="2015585415" sldId="486"/>
            <ac:spMk id="6" creationId="{00B587E8-3E21-948C-E04F-054A2593DC0A}"/>
          </ac:spMkLst>
        </pc:spChg>
        <pc:spChg chg="mod">
          <ac:chgData name="Jaime Rodriguez Suarez" userId="087c2c33ab97c86b" providerId="LiveId" clId="{73D30941-A7E5-4AAE-9AC9-1E5B87A1410C}" dt="2026-03-24T11:22:34.919" v="713" actId="1076"/>
          <ac:spMkLst>
            <pc:docMk/>
            <pc:sldMk cId="2015585415" sldId="486"/>
            <ac:spMk id="7" creationId="{32C06AC8-57F3-D88D-3637-85D09B36E0A7}"/>
          </ac:spMkLst>
        </pc:spChg>
        <pc:spChg chg="add mod">
          <ac:chgData name="Jaime Rodriguez Suarez" userId="087c2c33ab97c86b" providerId="LiveId" clId="{73D30941-A7E5-4AAE-9AC9-1E5B87A1410C}" dt="2026-03-24T11:23:20.438" v="739" actId="1076"/>
          <ac:spMkLst>
            <pc:docMk/>
            <pc:sldMk cId="2015585415" sldId="486"/>
            <ac:spMk id="8" creationId="{1F305D74-C6D6-35B9-5811-BB7C1D856B6D}"/>
          </ac:spMkLst>
        </pc:spChg>
        <pc:picChg chg="del">
          <ac:chgData name="Jaime Rodriguez Suarez" userId="087c2c33ab97c86b" providerId="LiveId" clId="{73D30941-A7E5-4AAE-9AC9-1E5B87A1410C}" dt="2026-03-24T11:15:09.542" v="648" actId="478"/>
          <ac:picMkLst>
            <pc:docMk/>
            <pc:sldMk cId="2015585415" sldId="486"/>
            <ac:picMk id="4098" creationId="{62B46624-3ABE-1FE7-9E3B-2E8BEE858EB0}"/>
          </ac:picMkLst>
        </pc:picChg>
        <pc:picChg chg="del">
          <ac:chgData name="Jaime Rodriguez Suarez" userId="087c2c33ab97c86b" providerId="LiveId" clId="{73D30941-A7E5-4AAE-9AC9-1E5B87A1410C}" dt="2026-03-24T11:15:46.559" v="655" actId="478"/>
          <ac:picMkLst>
            <pc:docMk/>
            <pc:sldMk cId="2015585415" sldId="486"/>
            <ac:picMk id="4100" creationId="{43B06BA5-7C4E-4625-8E84-DBA0ED613D2B}"/>
          </ac:picMkLst>
        </pc:picChg>
        <pc:picChg chg="del mod">
          <ac:chgData name="Jaime Rodriguez Suarez" userId="087c2c33ab97c86b" providerId="LiveId" clId="{73D30941-A7E5-4AAE-9AC9-1E5B87A1410C}" dt="2026-03-24T11:16:07.139" v="663" actId="478"/>
          <ac:picMkLst>
            <pc:docMk/>
            <pc:sldMk cId="2015585415" sldId="486"/>
            <ac:picMk id="4102" creationId="{F9D454BC-9422-A8D5-C2F0-C24BD4C2C689}"/>
          </ac:picMkLst>
        </pc:picChg>
        <pc:picChg chg="add del">
          <ac:chgData name="Jaime Rodriguez Suarez" userId="087c2c33ab97c86b" providerId="LiveId" clId="{73D30941-A7E5-4AAE-9AC9-1E5B87A1410C}" dt="2026-03-24T11:15:09.542" v="648" actId="478"/>
          <ac:picMkLst>
            <pc:docMk/>
            <pc:sldMk cId="2015585415" sldId="486"/>
            <ac:picMk id="7170" creationId="{AB9F01BC-A412-4A7F-6318-D5C6C60F3DD9}"/>
          </ac:picMkLst>
        </pc:picChg>
        <pc:picChg chg="add mod">
          <ac:chgData name="Jaime Rodriguez Suarez" userId="087c2c33ab97c86b" providerId="LiveId" clId="{73D30941-A7E5-4AAE-9AC9-1E5B87A1410C}" dt="2026-03-24T11:22:34.919" v="713" actId="1076"/>
          <ac:picMkLst>
            <pc:docMk/>
            <pc:sldMk cId="2015585415" sldId="486"/>
            <ac:picMk id="7172" creationId="{025C3D0B-863C-B4A7-AB47-CE74D2703CA6}"/>
          </ac:picMkLst>
        </pc:picChg>
        <pc:picChg chg="add mod">
          <ac:chgData name="Jaime Rodriguez Suarez" userId="087c2c33ab97c86b" providerId="LiveId" clId="{73D30941-A7E5-4AAE-9AC9-1E5B87A1410C}" dt="2026-03-24T11:22:34.919" v="713" actId="1076"/>
          <ac:picMkLst>
            <pc:docMk/>
            <pc:sldMk cId="2015585415" sldId="486"/>
            <ac:picMk id="7174" creationId="{AC835D0B-9737-BF90-E691-B922516E8046}"/>
          </ac:picMkLst>
        </pc:picChg>
        <pc:picChg chg="add mod">
          <ac:chgData name="Jaime Rodriguez Suarez" userId="087c2c33ab97c86b" providerId="LiveId" clId="{73D30941-A7E5-4AAE-9AC9-1E5B87A1410C}" dt="2026-03-24T11:22:34.919" v="713" actId="1076"/>
          <ac:picMkLst>
            <pc:docMk/>
            <pc:sldMk cId="2015585415" sldId="486"/>
            <ac:picMk id="7176" creationId="{8B81F4C7-D26A-7D58-0DEB-4BCA4831D705}"/>
          </ac:picMkLst>
        </pc:picChg>
        <pc:picChg chg="add mod">
          <ac:chgData name="Jaime Rodriguez Suarez" userId="087c2c33ab97c86b" providerId="LiveId" clId="{73D30941-A7E5-4AAE-9AC9-1E5B87A1410C}" dt="2026-03-24T11:23:17.316" v="738" actId="1076"/>
          <ac:picMkLst>
            <pc:docMk/>
            <pc:sldMk cId="2015585415" sldId="486"/>
            <ac:picMk id="7178" creationId="{FF2A5A97-3203-C7A9-071F-B973FAA775A7}"/>
          </ac:picMkLst>
        </pc:picChg>
      </pc:sldChg>
      <pc:sldChg chg="addSp delSp modSp add mod">
        <pc:chgData name="Jaime Rodriguez Suarez" userId="087c2c33ab97c86b" providerId="LiveId" clId="{73D30941-A7E5-4AAE-9AC9-1E5B87A1410C}" dt="2026-03-24T11:21:56.404" v="712" actId="1076"/>
        <pc:sldMkLst>
          <pc:docMk/>
          <pc:sldMk cId="3916835258" sldId="487"/>
        </pc:sldMkLst>
        <pc:spChg chg="mod">
          <ac:chgData name="Jaime Rodriguez Suarez" userId="087c2c33ab97c86b" providerId="LiveId" clId="{73D30941-A7E5-4AAE-9AC9-1E5B87A1410C}" dt="2026-03-24T11:21:31.912" v="708" actId="1076"/>
          <ac:spMkLst>
            <pc:docMk/>
            <pc:sldMk cId="3916835258" sldId="487"/>
            <ac:spMk id="3" creationId="{4B1A7FF1-7A8C-7A17-1F81-E1F126E7243E}"/>
          </ac:spMkLst>
        </pc:spChg>
        <pc:spChg chg="mod">
          <ac:chgData name="Jaime Rodriguez Suarez" userId="087c2c33ab97c86b" providerId="LiveId" clId="{73D30941-A7E5-4AAE-9AC9-1E5B87A1410C}" dt="2026-03-24T11:09:04.501" v="599" actId="1076"/>
          <ac:spMkLst>
            <pc:docMk/>
            <pc:sldMk cId="3916835258" sldId="487"/>
            <ac:spMk id="4" creationId="{3ED15ACC-87C2-C571-EEE8-C4639E421545}"/>
          </ac:spMkLst>
        </pc:spChg>
        <pc:spChg chg="mod">
          <ac:chgData name="Jaime Rodriguez Suarez" userId="087c2c33ab97c86b" providerId="LiveId" clId="{73D30941-A7E5-4AAE-9AC9-1E5B87A1410C}" dt="2026-03-24T11:21:31.912" v="708" actId="1076"/>
          <ac:spMkLst>
            <pc:docMk/>
            <pc:sldMk cId="3916835258" sldId="487"/>
            <ac:spMk id="5" creationId="{FC8CF116-4520-744F-781E-35024E71F492}"/>
          </ac:spMkLst>
        </pc:spChg>
        <pc:spChg chg="del">
          <ac:chgData name="Jaime Rodriguez Suarez" userId="087c2c33ab97c86b" providerId="LiveId" clId="{73D30941-A7E5-4AAE-9AC9-1E5B87A1410C}" dt="2026-03-24T11:19:43.687" v="690" actId="478"/>
          <ac:spMkLst>
            <pc:docMk/>
            <pc:sldMk cId="3916835258" sldId="487"/>
            <ac:spMk id="6" creationId="{B74625C7-16B9-EEE6-19E8-1008D1E122FE}"/>
          </ac:spMkLst>
        </pc:spChg>
        <pc:spChg chg="add del mod">
          <ac:chgData name="Jaime Rodriguez Suarez" userId="087c2c33ab97c86b" providerId="LiveId" clId="{73D30941-A7E5-4AAE-9AC9-1E5B87A1410C}" dt="2026-03-24T11:20:18.262" v="698" actId="478"/>
          <ac:spMkLst>
            <pc:docMk/>
            <pc:sldMk cId="3916835258" sldId="487"/>
            <ac:spMk id="7" creationId="{4FBB4B0C-ACFE-9AFD-4F10-49EF210FDA21}"/>
          </ac:spMkLst>
        </pc:spChg>
        <pc:spChg chg="mod">
          <ac:chgData name="Jaime Rodriguez Suarez" userId="087c2c33ab97c86b" providerId="LiveId" clId="{73D30941-A7E5-4AAE-9AC9-1E5B87A1410C}" dt="2026-03-24T11:21:31.912" v="708" actId="1076"/>
          <ac:spMkLst>
            <pc:docMk/>
            <pc:sldMk cId="3916835258" sldId="487"/>
            <ac:spMk id="8" creationId="{9EAF4F14-5844-62AE-375A-7E707974A2E4}"/>
          </ac:spMkLst>
        </pc:spChg>
        <pc:spChg chg="add del mod">
          <ac:chgData name="Jaime Rodriguez Suarez" userId="087c2c33ab97c86b" providerId="LiveId" clId="{73D30941-A7E5-4AAE-9AC9-1E5B87A1410C}" dt="2026-03-24T11:18:00.621" v="676" actId="478"/>
          <ac:spMkLst>
            <pc:docMk/>
            <pc:sldMk cId="3916835258" sldId="487"/>
            <ac:spMk id="10" creationId="{F830BCBC-C318-D680-DD27-0BD1A129745A}"/>
          </ac:spMkLst>
        </pc:spChg>
        <pc:spChg chg="add mod">
          <ac:chgData name="Jaime Rodriguez Suarez" userId="087c2c33ab97c86b" providerId="LiveId" clId="{73D30941-A7E5-4AAE-9AC9-1E5B87A1410C}" dt="2026-03-24T11:21:56.404" v="712" actId="1076"/>
          <ac:spMkLst>
            <pc:docMk/>
            <pc:sldMk cId="3916835258" sldId="487"/>
            <ac:spMk id="11" creationId="{5175CD70-5AF0-B788-FC14-0CEB34938231}"/>
          </ac:spMkLst>
        </pc:spChg>
        <pc:picChg chg="del">
          <ac:chgData name="Jaime Rodriguez Suarez" userId="087c2c33ab97c86b" providerId="LiveId" clId="{73D30941-A7E5-4AAE-9AC9-1E5B87A1410C}" dt="2026-03-24T11:17:24.368" v="668" actId="478"/>
          <ac:picMkLst>
            <pc:docMk/>
            <pc:sldMk cId="3916835258" sldId="487"/>
            <ac:picMk id="1026" creationId="{ABA32A85-CC03-4040-A7E8-5436E6FFBF03}"/>
          </ac:picMkLst>
        </pc:picChg>
        <pc:picChg chg="del">
          <ac:chgData name="Jaime Rodriguez Suarez" userId="087c2c33ab97c86b" providerId="LiveId" clId="{73D30941-A7E5-4AAE-9AC9-1E5B87A1410C}" dt="2026-03-24T11:18:49.804" v="679" actId="478"/>
          <ac:picMkLst>
            <pc:docMk/>
            <pc:sldMk cId="3916835258" sldId="487"/>
            <ac:picMk id="1028" creationId="{F6CDFAC6-73FA-D608-DF89-D5E5B7D7886F}"/>
          </ac:picMkLst>
        </pc:picChg>
        <pc:picChg chg="del">
          <ac:chgData name="Jaime Rodriguez Suarez" userId="087c2c33ab97c86b" providerId="LiveId" clId="{73D30941-A7E5-4AAE-9AC9-1E5B87A1410C}" dt="2026-03-24T11:19:13.273" v="686" actId="478"/>
          <ac:picMkLst>
            <pc:docMk/>
            <pc:sldMk cId="3916835258" sldId="487"/>
            <ac:picMk id="2050" creationId="{1B2A8892-463E-6038-95E8-F6875ABA1FE7}"/>
          </ac:picMkLst>
        </pc:picChg>
        <pc:picChg chg="del">
          <ac:chgData name="Jaime Rodriguez Suarez" userId="087c2c33ab97c86b" providerId="LiveId" clId="{73D30941-A7E5-4AAE-9AC9-1E5B87A1410C}" dt="2026-03-24T11:19:43.687" v="690" actId="478"/>
          <ac:picMkLst>
            <pc:docMk/>
            <pc:sldMk cId="3916835258" sldId="487"/>
            <ac:picMk id="2052" creationId="{01975665-97B1-D98E-4F31-C6BCFA7703C7}"/>
          </ac:picMkLst>
        </pc:picChg>
        <pc:picChg chg="del">
          <ac:chgData name="Jaime Rodriguez Suarez" userId="087c2c33ab97c86b" providerId="LiveId" clId="{73D30941-A7E5-4AAE-9AC9-1E5B87A1410C}" dt="2026-03-24T11:19:51.877" v="691" actId="478"/>
          <ac:picMkLst>
            <pc:docMk/>
            <pc:sldMk cId="3916835258" sldId="487"/>
            <ac:picMk id="2056" creationId="{AB9E3A60-1DBD-DD4A-F9B7-0297FF16CC39}"/>
          </ac:picMkLst>
        </pc:picChg>
        <pc:picChg chg="add del">
          <ac:chgData name="Jaime Rodriguez Suarez" userId="087c2c33ab97c86b" providerId="LiveId" clId="{73D30941-A7E5-4AAE-9AC9-1E5B87A1410C}" dt="2026-03-24T11:20:20.307" v="699" actId="478"/>
          <ac:picMkLst>
            <pc:docMk/>
            <pc:sldMk cId="3916835258" sldId="487"/>
            <ac:picMk id="2058" creationId="{95BD673B-1801-BB84-0F3E-FBDE1B26BB9D}"/>
          </ac:picMkLst>
        </pc:picChg>
        <pc:picChg chg="del">
          <ac:chgData name="Jaime Rodriguez Suarez" userId="087c2c33ab97c86b" providerId="LiveId" clId="{73D30941-A7E5-4AAE-9AC9-1E5B87A1410C}" dt="2026-03-24T11:17:55.412" v="673" actId="478"/>
          <ac:picMkLst>
            <pc:docMk/>
            <pc:sldMk cId="3916835258" sldId="487"/>
            <ac:picMk id="3074" creationId="{8CA52557-A2B6-FF30-3232-658829DF6C28}"/>
          </ac:picMkLst>
        </pc:picChg>
        <pc:picChg chg="add mod">
          <ac:chgData name="Jaime Rodriguez Suarez" userId="087c2c33ab97c86b" providerId="LiveId" clId="{73D30941-A7E5-4AAE-9AC9-1E5B87A1410C}" dt="2026-03-24T11:19:55.900" v="692" actId="1076"/>
          <ac:picMkLst>
            <pc:docMk/>
            <pc:sldMk cId="3916835258" sldId="487"/>
            <ac:picMk id="6146" creationId="{1A93AE63-2C21-900B-E058-0515C3090631}"/>
          </ac:picMkLst>
        </pc:picChg>
        <pc:picChg chg="add mod">
          <ac:chgData name="Jaime Rodriguez Suarez" userId="087c2c33ab97c86b" providerId="LiveId" clId="{73D30941-A7E5-4AAE-9AC9-1E5B87A1410C}" dt="2026-03-24T11:21:21.927" v="707" actId="1076"/>
          <ac:picMkLst>
            <pc:docMk/>
            <pc:sldMk cId="3916835258" sldId="487"/>
            <ac:picMk id="6148" creationId="{613D8283-E23C-4C76-B353-A4E4EA144569}"/>
          </ac:picMkLst>
        </pc:picChg>
        <pc:picChg chg="add mod">
          <ac:chgData name="Jaime Rodriguez Suarez" userId="087c2c33ab97c86b" providerId="LiveId" clId="{73D30941-A7E5-4AAE-9AC9-1E5B87A1410C}" dt="2026-03-24T11:21:21.927" v="707" actId="1076"/>
          <ac:picMkLst>
            <pc:docMk/>
            <pc:sldMk cId="3916835258" sldId="487"/>
            <ac:picMk id="6150" creationId="{9473FFE3-A7EC-16A0-28BD-051BF491E53D}"/>
          </ac:picMkLst>
        </pc:picChg>
        <pc:picChg chg="add mod">
          <ac:chgData name="Jaime Rodriguez Suarez" userId="087c2c33ab97c86b" providerId="LiveId" clId="{73D30941-A7E5-4AAE-9AC9-1E5B87A1410C}" dt="2026-03-24T11:21:21.927" v="707" actId="1076"/>
          <ac:picMkLst>
            <pc:docMk/>
            <pc:sldMk cId="3916835258" sldId="487"/>
            <ac:picMk id="6152" creationId="{499A2D3D-65F2-21AF-CAC1-6513A27A09E8}"/>
          </ac:picMkLst>
        </pc:picChg>
        <pc:picChg chg="add mod">
          <ac:chgData name="Jaime Rodriguez Suarez" userId="087c2c33ab97c86b" providerId="LiveId" clId="{73D30941-A7E5-4AAE-9AC9-1E5B87A1410C}" dt="2026-03-24T11:20:17.451" v="697" actId="14100"/>
          <ac:picMkLst>
            <pc:docMk/>
            <pc:sldMk cId="3916835258" sldId="487"/>
            <ac:picMk id="6154" creationId="{45C357A6-B325-D357-3114-601B9C26D7A8}"/>
          </ac:picMkLst>
        </pc:picChg>
        <pc:picChg chg="add mod">
          <ac:chgData name="Jaime Rodriguez Suarez" userId="087c2c33ab97c86b" providerId="LiveId" clId="{73D30941-A7E5-4AAE-9AC9-1E5B87A1410C}" dt="2026-03-24T11:20:32.727" v="703" actId="1076"/>
          <ac:picMkLst>
            <pc:docMk/>
            <pc:sldMk cId="3916835258" sldId="487"/>
            <ac:picMk id="6156" creationId="{4F8025D2-1A00-2782-2075-A884ACD695A3}"/>
          </ac:picMkLst>
        </pc:picChg>
        <pc:picChg chg="add mod">
          <ac:chgData name="Jaime Rodriguez Suarez" userId="087c2c33ab97c86b" providerId="LiveId" clId="{73D30941-A7E5-4AAE-9AC9-1E5B87A1410C}" dt="2026-03-24T11:21:14.818" v="706" actId="1076"/>
          <ac:picMkLst>
            <pc:docMk/>
            <pc:sldMk cId="3916835258" sldId="487"/>
            <ac:picMk id="6158" creationId="{5B459526-681F-818A-0AD6-9D3959E2175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5C6DC-94AC-4C62-A637-CAC9919D02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AA9A06-5166-4FBE-AFAB-5ADFB3707E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F9438C-62B0-432C-8B77-047A8C743114}"/>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5" name="Footer Placeholder 4">
            <a:extLst>
              <a:ext uri="{FF2B5EF4-FFF2-40B4-BE49-F238E27FC236}">
                <a16:creationId xmlns:a16="http://schemas.microsoft.com/office/drawing/2014/main" id="{F3CC8C75-A0DE-4B09-A2EB-FD984F833A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F6703-1072-4BB1-A9D5-B44844333302}"/>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1980203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90A24-16C6-45C3-AC67-FA42768902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D1AAE2-1557-4BD5-B494-2DA661C271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28908B-E601-4FFF-A7EF-7C74E5B927C3}"/>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5" name="Footer Placeholder 4">
            <a:extLst>
              <a:ext uri="{FF2B5EF4-FFF2-40B4-BE49-F238E27FC236}">
                <a16:creationId xmlns:a16="http://schemas.microsoft.com/office/drawing/2014/main" id="{69CDC649-426A-47DD-8193-6C41779E2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BCB09-D2B9-48DB-A720-3EECB5935FC1}"/>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2747943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E0413-CFAE-437E-ADCF-0D595E6FB4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2574F8-FD0D-417F-AE0F-86416C3C6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75FA19-408A-4938-AF37-D357C04594BD}"/>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5" name="Footer Placeholder 4">
            <a:extLst>
              <a:ext uri="{FF2B5EF4-FFF2-40B4-BE49-F238E27FC236}">
                <a16:creationId xmlns:a16="http://schemas.microsoft.com/office/drawing/2014/main" id="{D5345F2C-A13C-425C-8743-384C4D6C86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68C87D-821F-443E-8F89-017B4D878F6D}"/>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3527455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17ECF-3545-4803-9260-C20770A455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62E26C-5DA5-48CB-BCE6-A1B76C6DC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6A17B3-7BB2-4469-A815-A0CE760E00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FFE97A-30B5-41E2-AD95-E7D2B4FDFA62}"/>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6" name="Footer Placeholder 5">
            <a:extLst>
              <a:ext uri="{FF2B5EF4-FFF2-40B4-BE49-F238E27FC236}">
                <a16:creationId xmlns:a16="http://schemas.microsoft.com/office/drawing/2014/main" id="{FC372927-E776-4B40-AE1A-AC787983D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2A447B-8CE4-4321-B147-999170CB83D1}"/>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1378314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59509-4F1B-4B5F-BB65-D22D7608AA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C6BD26-690F-4243-B02F-FCD0B40428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142620-9319-4EE6-A1FD-FAD236A60A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3C502F-8D6A-49DC-958B-8CAAD2347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C8F754-3EAC-4B7A-AE7F-8367FE36F1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429853-D1D9-47BF-A0CA-8D8ADCDBF948}"/>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8" name="Footer Placeholder 7">
            <a:extLst>
              <a:ext uri="{FF2B5EF4-FFF2-40B4-BE49-F238E27FC236}">
                <a16:creationId xmlns:a16="http://schemas.microsoft.com/office/drawing/2014/main" id="{C799BA5A-5587-4F31-BE74-76E1B95341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41B0E5-EA50-4A64-B0D7-70A69E7D7DA5}"/>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1848056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BAA73-B44E-46DF-A400-B43621C151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88A454-8994-4665-8B49-B08AF8B89A9D}"/>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4" name="Footer Placeholder 3">
            <a:extLst>
              <a:ext uri="{FF2B5EF4-FFF2-40B4-BE49-F238E27FC236}">
                <a16:creationId xmlns:a16="http://schemas.microsoft.com/office/drawing/2014/main" id="{D53141D1-DE1E-4974-B510-CC67FF80C5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8B38FD-3A12-4544-9B56-1A8E89E6D741}"/>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3064697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DAE379-977E-4C63-8D0F-7EDB12760A0A}"/>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3" name="Footer Placeholder 2">
            <a:extLst>
              <a:ext uri="{FF2B5EF4-FFF2-40B4-BE49-F238E27FC236}">
                <a16:creationId xmlns:a16="http://schemas.microsoft.com/office/drawing/2014/main" id="{198D66D1-299D-45DA-A51C-829AC70BAA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5E03AA-06D1-41C4-8CA6-3302628AC2C6}"/>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972507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DD3D4-E9A2-4F1A-91B1-CCC971BAB6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F99F7F-01C4-42DC-BAF9-24F19E21E0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8A7944-9789-4FAC-B457-17BD7E7C08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24F0AC-19E6-400B-8410-AF71B85D3944}"/>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6" name="Footer Placeholder 5">
            <a:extLst>
              <a:ext uri="{FF2B5EF4-FFF2-40B4-BE49-F238E27FC236}">
                <a16:creationId xmlns:a16="http://schemas.microsoft.com/office/drawing/2014/main" id="{99570D71-D9A8-435C-A292-DA70DDE750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DC8F54-0C84-4073-A5CE-C10646C5C1E3}"/>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3886561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FCB7A-30C5-441C-830A-6B33E15512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A9A534-757E-4035-BBCB-D3C8F8EE50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BC61EE-5B52-4533-BF3F-914A775765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5E27BD-29E4-4BE0-AE56-296476C15C4D}"/>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6" name="Footer Placeholder 5">
            <a:extLst>
              <a:ext uri="{FF2B5EF4-FFF2-40B4-BE49-F238E27FC236}">
                <a16:creationId xmlns:a16="http://schemas.microsoft.com/office/drawing/2014/main" id="{CB60C2C3-4AD8-4E44-9B2C-06889285B6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11835D-7341-4C1F-B631-4715DD3984FF}"/>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3801286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AE95B-531D-45BB-9323-C4A7A479D9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378D45-D184-4843-B690-A2C9AF08F5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3C9132-CF20-45E5-AAFD-6F2F5766F1E8}"/>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5" name="Footer Placeholder 4">
            <a:extLst>
              <a:ext uri="{FF2B5EF4-FFF2-40B4-BE49-F238E27FC236}">
                <a16:creationId xmlns:a16="http://schemas.microsoft.com/office/drawing/2014/main" id="{F53C2AEF-0BFE-4802-A92E-98AF1E004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6944F0-BBE8-47BA-98CB-ADD4830DA120}"/>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1351886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87CCD5-0EF4-49FF-91C4-09E7EAE51F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0C97DA-3A4A-47B8-9109-BB650D7EC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5F5432-9B6A-4666-969E-F44106F7B32A}"/>
              </a:ext>
            </a:extLst>
          </p:cNvPr>
          <p:cNvSpPr>
            <a:spLocks noGrp="1"/>
          </p:cNvSpPr>
          <p:nvPr>
            <p:ph type="dt" sz="half" idx="10"/>
          </p:nvPr>
        </p:nvSpPr>
        <p:spPr/>
        <p:txBody>
          <a:bodyPr/>
          <a:lstStyle/>
          <a:p>
            <a:fld id="{ADCEBF8C-22C0-4323-9BBB-9413232198F8}" type="datetimeFigureOut">
              <a:rPr lang="en-US" smtClean="0"/>
              <a:t>3/24/2026</a:t>
            </a:fld>
            <a:endParaRPr lang="en-US"/>
          </a:p>
        </p:txBody>
      </p:sp>
      <p:sp>
        <p:nvSpPr>
          <p:cNvPr id="5" name="Footer Placeholder 4">
            <a:extLst>
              <a:ext uri="{FF2B5EF4-FFF2-40B4-BE49-F238E27FC236}">
                <a16:creationId xmlns:a16="http://schemas.microsoft.com/office/drawing/2014/main" id="{7A33B2A7-342C-4EC0-B0DF-39A74785A0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3DA269-397E-41BC-B422-65FD4A732940}"/>
              </a:ext>
            </a:extLst>
          </p:cNvPr>
          <p:cNvSpPr>
            <a:spLocks noGrp="1"/>
          </p:cNvSpPr>
          <p:nvPr>
            <p:ph type="sldNum" sz="quarter" idx="12"/>
          </p:nvPr>
        </p:nvSpPr>
        <p:spPr/>
        <p:txBody>
          <a:bodyPr/>
          <a:lstStyle/>
          <a:p>
            <a:fld id="{B4E287C5-9C67-4359-9FD2-061CDD9CC0DA}" type="slidenum">
              <a:rPr lang="en-US" smtClean="0"/>
              <a:t>‹Nº›</a:t>
            </a:fld>
            <a:endParaRPr lang="en-US"/>
          </a:p>
        </p:txBody>
      </p:sp>
    </p:spTree>
    <p:extLst>
      <p:ext uri="{BB962C8B-B14F-4D97-AF65-F5344CB8AC3E}">
        <p14:creationId xmlns:p14="http://schemas.microsoft.com/office/powerpoint/2010/main" val="2777831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156FFF-6A25-41A3-A04E-84D3A20DDA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1A5036-ABE1-43A5-8458-6AB54CE30C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C727D3-D107-4EA7-8D0E-6A87AB8E38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CEBF8C-22C0-4323-9BBB-9413232198F8}" type="datetimeFigureOut">
              <a:rPr lang="en-US" smtClean="0"/>
              <a:t>3/24/2026</a:t>
            </a:fld>
            <a:endParaRPr lang="en-US"/>
          </a:p>
        </p:txBody>
      </p:sp>
      <p:sp>
        <p:nvSpPr>
          <p:cNvPr id="5" name="Footer Placeholder 4">
            <a:extLst>
              <a:ext uri="{FF2B5EF4-FFF2-40B4-BE49-F238E27FC236}">
                <a16:creationId xmlns:a16="http://schemas.microsoft.com/office/drawing/2014/main" id="{5ED442D9-A08C-4B81-A798-9A51B5B94A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6CE914-287B-4383-8257-B197EB34D1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E287C5-9C67-4359-9FD2-061CDD9CC0DA}" type="slidenum">
              <a:rPr lang="en-US" smtClean="0"/>
              <a:t>‹Nº›</a:t>
            </a:fld>
            <a:endParaRPr lang="en-US"/>
          </a:p>
        </p:txBody>
      </p:sp>
    </p:spTree>
    <p:extLst>
      <p:ext uri="{BB962C8B-B14F-4D97-AF65-F5344CB8AC3E}">
        <p14:creationId xmlns:p14="http://schemas.microsoft.com/office/powerpoint/2010/main" val="3953138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nsplash.com/s/photos/race-track?utm_source=unsplash&amp;utm_medium=referral&amp;utm_content=creditCopyText" TargetMode="External"/><Relationship Id="rId2" Type="http://schemas.openxmlformats.org/officeDocument/2006/relationships/hyperlink" Target="https://unsplash.com/@aj5tdt?utm_source=unsplash&amp;utm_medium=referral&amp;utm_content=creditCopyTex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jpeg"/><Relationship Id="rId10" Type="http://schemas.openxmlformats.org/officeDocument/2006/relationships/image" Target="../media/image29.jpeg"/><Relationship Id="rId4" Type="http://schemas.openxmlformats.org/officeDocument/2006/relationships/image" Target="../media/image23.jpeg"/><Relationship Id="rId9" Type="http://schemas.openxmlformats.org/officeDocument/2006/relationships/image" Target="../media/image2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 Id="rId5" Type="http://schemas.openxmlformats.org/officeDocument/2006/relationships/image" Target="../media/image40.jpeg"/><Relationship Id="rId4" Type="http://schemas.openxmlformats.org/officeDocument/2006/relationships/image" Target="../media/image39.jpeg"/></Relationships>
</file>

<file path=ppt/slides/_rels/slide36.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42.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image" Target="../media/image57.jpeg"/><Relationship Id="rId7" Type="http://schemas.openxmlformats.org/officeDocument/2006/relationships/image" Target="../media/image61.jpeg"/><Relationship Id="rId2" Type="http://schemas.openxmlformats.org/officeDocument/2006/relationships/image" Target="../media/image56.jpeg"/><Relationship Id="rId1" Type="http://schemas.openxmlformats.org/officeDocument/2006/relationships/slideLayout" Target="../slideLayouts/slideLayout2.xml"/><Relationship Id="rId6" Type="http://schemas.openxmlformats.org/officeDocument/2006/relationships/image" Target="../media/image60.jpeg"/><Relationship Id="rId5" Type="http://schemas.openxmlformats.org/officeDocument/2006/relationships/image" Target="../media/image59.jpeg"/><Relationship Id="rId4"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5">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30FC9C-DBB1-46A8-A834-AD5F4778EBB8}"/>
              </a:ext>
            </a:extLst>
          </p:cNvPr>
          <p:cNvSpPr>
            <a:spLocks noGrp="1"/>
          </p:cNvSpPr>
          <p:nvPr>
            <p:ph type="ctrTitle"/>
          </p:nvPr>
        </p:nvSpPr>
        <p:spPr>
          <a:xfrm>
            <a:off x="1524000" y="1122363"/>
            <a:ext cx="9144000" cy="3063240"/>
          </a:xfrm>
        </p:spPr>
        <p:txBody>
          <a:bodyPr vert="horz" lIns="91440" tIns="45720" rIns="91440" bIns="45720" rtlCol="0" anchor="b">
            <a:normAutofit/>
          </a:bodyPr>
          <a:lstStyle/>
          <a:p>
            <a:r>
              <a:rPr lang="en-US" sz="6600" dirty="0">
                <a:solidFill>
                  <a:srgbClr val="FFFFFF"/>
                </a:solidFill>
              </a:rPr>
              <a:t>Hand Trace Library</a:t>
            </a:r>
          </a:p>
        </p:txBody>
      </p:sp>
      <p:sp>
        <p:nvSpPr>
          <p:cNvPr id="3" name="Subtitle 2">
            <a:extLst>
              <a:ext uri="{FF2B5EF4-FFF2-40B4-BE49-F238E27FC236}">
                <a16:creationId xmlns:a16="http://schemas.microsoft.com/office/drawing/2014/main" id="{2AFCE265-C742-467D-9532-ABBA6D99B72A}"/>
              </a:ext>
            </a:extLst>
          </p:cNvPr>
          <p:cNvSpPr>
            <a:spLocks noGrp="1"/>
          </p:cNvSpPr>
          <p:nvPr>
            <p:ph type="subTitle" idx="1"/>
          </p:nvPr>
        </p:nvSpPr>
        <p:spPr>
          <a:xfrm>
            <a:off x="1527048" y="4599432"/>
            <a:ext cx="9144000" cy="1536192"/>
          </a:xfrm>
        </p:spPr>
        <p:txBody>
          <a:bodyPr vert="horz" lIns="91440" tIns="45720" rIns="91440" bIns="45720" rtlCol="0">
            <a:normAutofit/>
          </a:bodyPr>
          <a:lstStyle/>
          <a:p>
            <a:r>
              <a:rPr lang="en-US" dirty="0">
                <a:solidFill>
                  <a:srgbClr val="FFFFFF"/>
                </a:solidFill>
              </a:rPr>
              <a:t>Descriptions and use of the “</a:t>
            </a:r>
            <a:r>
              <a:rPr lang="en-US" dirty="0" err="1">
                <a:solidFill>
                  <a:srgbClr val="FFFFFF"/>
                </a:solidFill>
              </a:rPr>
              <a:t>Handtrace</a:t>
            </a:r>
            <a:r>
              <a:rPr lang="en-US" dirty="0">
                <a:solidFill>
                  <a:srgbClr val="FFFFFF"/>
                </a:solidFill>
              </a:rPr>
              <a:t>” functions</a:t>
            </a:r>
          </a:p>
        </p:txBody>
      </p:sp>
      <p:sp>
        <p:nvSpPr>
          <p:cNvPr id="18"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rgbClr val="FFFFFF">
                <a:alpha val="75000"/>
              </a:srgb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C9EB755-21E8-4D7E-AE83-1F8267A65FBF}"/>
              </a:ext>
            </a:extLst>
          </p:cNvPr>
          <p:cNvSpPr txBox="1"/>
          <p:nvPr/>
        </p:nvSpPr>
        <p:spPr>
          <a:xfrm>
            <a:off x="5048250" y="6532450"/>
            <a:ext cx="3117200" cy="369332"/>
          </a:xfrm>
          <a:prstGeom prst="rect">
            <a:avLst/>
          </a:prstGeom>
          <a:noFill/>
        </p:spPr>
        <p:txBody>
          <a:bodyPr wrap="none" rtlCol="0">
            <a:spAutoFit/>
          </a:bodyPr>
          <a:lstStyle/>
          <a:p>
            <a:pPr>
              <a:spcAft>
                <a:spcPts val="600"/>
              </a:spcAft>
            </a:pPr>
            <a:r>
              <a:rPr lang="en-US">
                <a:solidFill>
                  <a:schemeClr val="bg1">
                    <a:lumMod val="95000"/>
                  </a:schemeClr>
                </a:solidFill>
              </a:rPr>
              <a:t>Photo by </a:t>
            </a:r>
            <a:r>
              <a:rPr lang="en-US">
                <a:solidFill>
                  <a:schemeClr val="bg1">
                    <a:lumMod val="95000"/>
                  </a:schemeClr>
                </a:solidFill>
                <a:hlinkClick r:id="rId2">
                  <a:extLst>
                    <a:ext uri="{A12FA001-AC4F-418D-AE19-62706E023703}">
                      <ahyp:hlinkClr xmlns:ahyp="http://schemas.microsoft.com/office/drawing/2018/hyperlinkcolor" val="tx"/>
                    </a:ext>
                  </a:extLst>
                </a:hlinkClick>
              </a:rPr>
              <a:t>Anders J</a:t>
            </a:r>
            <a:r>
              <a:rPr lang="en-US">
                <a:solidFill>
                  <a:schemeClr val="bg1">
                    <a:lumMod val="95000"/>
                  </a:schemeClr>
                </a:solidFill>
              </a:rPr>
              <a:t> on </a:t>
            </a:r>
            <a:r>
              <a:rPr lang="en-US">
                <a:solidFill>
                  <a:schemeClr val="bg1">
                    <a:lumMod val="95000"/>
                  </a:schemeClr>
                </a:solidFill>
                <a:hlinkClick r:id="rId3">
                  <a:extLst>
                    <a:ext uri="{A12FA001-AC4F-418D-AE19-62706E023703}">
                      <ahyp:hlinkClr xmlns:ahyp="http://schemas.microsoft.com/office/drawing/2018/hyperlinkcolor" val="tx"/>
                    </a:ext>
                  </a:extLst>
                </a:hlinkClick>
              </a:rPr>
              <a:t>Unsplash</a:t>
            </a:r>
            <a:r>
              <a:rPr lang="en-US">
                <a:solidFill>
                  <a:schemeClr val="bg1">
                    <a:lumMod val="95000"/>
                  </a:schemeClr>
                </a:solidFill>
              </a:rPr>
              <a:t> </a:t>
            </a:r>
          </a:p>
        </p:txBody>
      </p:sp>
    </p:spTree>
    <p:extLst>
      <p:ext uri="{BB962C8B-B14F-4D97-AF65-F5344CB8AC3E}">
        <p14:creationId xmlns:p14="http://schemas.microsoft.com/office/powerpoint/2010/main" val="207636035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7BF12-0CC5-4279-BDA9-03EAC5BC41FB}"/>
              </a:ext>
            </a:extLst>
          </p:cNvPr>
          <p:cNvSpPr>
            <a:spLocks noGrp="1"/>
          </p:cNvSpPr>
          <p:nvPr>
            <p:ph type="title"/>
          </p:nvPr>
        </p:nvSpPr>
        <p:spPr/>
        <p:txBody>
          <a:bodyPr/>
          <a:lstStyle/>
          <a:p>
            <a:r>
              <a:rPr lang="en-US" dirty="0"/>
              <a:t>The organization of this presentation is as follows:</a:t>
            </a:r>
          </a:p>
        </p:txBody>
      </p:sp>
      <p:sp>
        <p:nvSpPr>
          <p:cNvPr id="3" name="Content Placeholder 2">
            <a:extLst>
              <a:ext uri="{FF2B5EF4-FFF2-40B4-BE49-F238E27FC236}">
                <a16:creationId xmlns:a16="http://schemas.microsoft.com/office/drawing/2014/main" id="{A8C69AAC-0911-45AF-B0D1-9F62F7DB3436}"/>
              </a:ext>
            </a:extLst>
          </p:cNvPr>
          <p:cNvSpPr>
            <a:spLocks noGrp="1"/>
          </p:cNvSpPr>
          <p:nvPr>
            <p:ph idx="1"/>
          </p:nvPr>
        </p:nvSpPr>
        <p:spPr/>
        <p:txBody>
          <a:bodyPr>
            <a:normAutofit/>
          </a:bodyPr>
          <a:lstStyle/>
          <a:p>
            <a:r>
              <a:rPr lang="en-US" dirty="0"/>
              <a:t>Motivation and structure of the repo</a:t>
            </a:r>
          </a:p>
          <a:p>
            <a:r>
              <a:rPr lang="en-US" dirty="0"/>
              <a:t>Basic “getting started” steps</a:t>
            </a:r>
          </a:p>
          <a:p>
            <a:r>
              <a:rPr lang="en-US" dirty="0"/>
              <a:t>Category organization suggestions – what order to fill them in</a:t>
            </a:r>
          </a:p>
          <a:p>
            <a:r>
              <a:rPr lang="en-US" dirty="0"/>
              <a:t>Examples from the test track on how to fill in details</a:t>
            </a:r>
          </a:p>
          <a:p>
            <a:r>
              <a:rPr lang="en-US" dirty="0"/>
              <a:t>Sections for each category that show examples of the items being labelled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929455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A8752-B98E-48DA-822A-C5D726AE20BA}"/>
              </a:ext>
            </a:extLst>
          </p:cNvPr>
          <p:cNvSpPr>
            <a:spLocks noGrp="1"/>
          </p:cNvSpPr>
          <p:nvPr>
            <p:ph type="ctrTitle"/>
          </p:nvPr>
        </p:nvSpPr>
        <p:spPr/>
        <p:txBody>
          <a:bodyPr>
            <a:normAutofit/>
          </a:bodyPr>
          <a:lstStyle/>
          <a:p>
            <a:r>
              <a:rPr lang="en-US" dirty="0"/>
              <a:t>Motivation and Structure of the Repo</a:t>
            </a:r>
          </a:p>
        </p:txBody>
      </p:sp>
      <p:sp>
        <p:nvSpPr>
          <p:cNvPr id="4" name="Subtitle 3">
            <a:extLst>
              <a:ext uri="{FF2B5EF4-FFF2-40B4-BE49-F238E27FC236}">
                <a16:creationId xmlns:a16="http://schemas.microsoft.com/office/drawing/2014/main" id="{0FF8B7CA-37B7-4AA1-8D5B-D34CC639DE0C}"/>
              </a:ext>
            </a:extLst>
          </p:cNvPr>
          <p:cNvSpPr>
            <a:spLocks noGrp="1"/>
          </p:cNvSpPr>
          <p:nvPr>
            <p:ph type="subTitle" idx="1"/>
          </p:nvPr>
        </p:nvSpPr>
        <p:spPr/>
        <p:txBody>
          <a:bodyPr/>
          <a:lstStyle/>
          <a:p>
            <a:r>
              <a:rPr lang="en-US" dirty="0"/>
              <a:t>Updated 2026-03-17 by S. Brennan and J. Rodriguez</a:t>
            </a:r>
          </a:p>
        </p:txBody>
      </p:sp>
    </p:spTree>
    <p:extLst>
      <p:ext uri="{BB962C8B-B14F-4D97-AF65-F5344CB8AC3E}">
        <p14:creationId xmlns:p14="http://schemas.microsoft.com/office/powerpoint/2010/main" val="1575050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arson Transportation Institute to demonstrate and display automated  vehicles | Penn State University">
            <a:extLst>
              <a:ext uri="{FF2B5EF4-FFF2-40B4-BE49-F238E27FC236}">
                <a16:creationId xmlns:a16="http://schemas.microsoft.com/office/drawing/2014/main" id="{56FECE64-65F9-EB4B-978A-04452E82A7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882" b="-1"/>
          <a:stretch/>
        </p:blipFill>
        <p:spPr bwMode="auto">
          <a:xfrm>
            <a:off x="2522356" y="16943"/>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44E66BB-A5E7-49FD-AD30-EFCD9902B17B}"/>
              </a:ext>
            </a:extLst>
          </p:cNvPr>
          <p:cNvSpPr>
            <a:spLocks noGrp="1"/>
          </p:cNvSpPr>
          <p:nvPr>
            <p:ph type="title"/>
          </p:nvPr>
        </p:nvSpPr>
        <p:spPr>
          <a:xfrm>
            <a:off x="838200" y="365125"/>
            <a:ext cx="3822189" cy="1899912"/>
          </a:xfrm>
        </p:spPr>
        <p:txBody>
          <a:bodyPr>
            <a:normAutofit fontScale="90000"/>
          </a:bodyPr>
          <a:lstStyle/>
          <a:p>
            <a:r>
              <a:rPr lang="en-US" sz="2800" dirty="0"/>
              <a:t>The goal if this repo is to allow humans to “tag” key features for autonomous or automated vehicles operating on roads</a:t>
            </a:r>
          </a:p>
        </p:txBody>
      </p:sp>
      <p:sp>
        <p:nvSpPr>
          <p:cNvPr id="3" name="Content Placeholder 2">
            <a:extLst>
              <a:ext uri="{FF2B5EF4-FFF2-40B4-BE49-F238E27FC236}">
                <a16:creationId xmlns:a16="http://schemas.microsoft.com/office/drawing/2014/main" id="{F075E6A4-EFA3-4C8C-AF03-54592386ADF5}"/>
              </a:ext>
            </a:extLst>
          </p:cNvPr>
          <p:cNvSpPr>
            <a:spLocks noGrp="1"/>
          </p:cNvSpPr>
          <p:nvPr>
            <p:ph idx="1"/>
          </p:nvPr>
        </p:nvSpPr>
        <p:spPr>
          <a:xfrm>
            <a:off x="838200" y="2434201"/>
            <a:ext cx="3822189" cy="3742762"/>
          </a:xfrm>
        </p:spPr>
        <p:txBody>
          <a:bodyPr>
            <a:normAutofit/>
          </a:bodyPr>
          <a:lstStyle/>
          <a:p>
            <a:pPr marL="0" indent="0">
              <a:buNone/>
            </a:pPr>
            <a:r>
              <a:rPr lang="en-US" sz="2000" dirty="0"/>
              <a:t>The most common location is the Larson Test Track, and so the examples that follow are largely motivated by tags that we have to add to the track.</a:t>
            </a:r>
          </a:p>
        </p:txBody>
      </p:sp>
    </p:spTree>
    <p:extLst>
      <p:ext uri="{BB962C8B-B14F-4D97-AF65-F5344CB8AC3E}">
        <p14:creationId xmlns:p14="http://schemas.microsoft.com/office/powerpoint/2010/main" val="2148868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A8752-B98E-48DA-822A-C5D726AE20BA}"/>
              </a:ext>
            </a:extLst>
          </p:cNvPr>
          <p:cNvSpPr>
            <a:spLocks noGrp="1"/>
          </p:cNvSpPr>
          <p:nvPr>
            <p:ph type="ctrTitle"/>
          </p:nvPr>
        </p:nvSpPr>
        <p:spPr/>
        <p:txBody>
          <a:bodyPr>
            <a:normAutofit/>
          </a:bodyPr>
          <a:lstStyle/>
          <a:p>
            <a:r>
              <a:rPr lang="en-US" dirty="0"/>
              <a:t>Basic “getting started” Steps</a:t>
            </a:r>
          </a:p>
        </p:txBody>
      </p:sp>
      <p:sp>
        <p:nvSpPr>
          <p:cNvPr id="4" name="Subtitle 3">
            <a:extLst>
              <a:ext uri="{FF2B5EF4-FFF2-40B4-BE49-F238E27FC236}">
                <a16:creationId xmlns:a16="http://schemas.microsoft.com/office/drawing/2014/main" id="{0FF8B7CA-37B7-4AA1-8D5B-D34CC639DE0C}"/>
              </a:ext>
            </a:extLst>
          </p:cNvPr>
          <p:cNvSpPr>
            <a:spLocks noGrp="1"/>
          </p:cNvSpPr>
          <p:nvPr>
            <p:ph type="subTitle" idx="1"/>
          </p:nvPr>
        </p:nvSpPr>
        <p:spPr/>
        <p:txBody>
          <a:bodyPr/>
          <a:lstStyle/>
          <a:p>
            <a:r>
              <a:rPr lang="en-US" dirty="0"/>
              <a:t>Updated 2026-03-17 by S. Brennan and J. Rodriguez</a:t>
            </a:r>
          </a:p>
          <a:p>
            <a:endParaRPr lang="en-US" dirty="0"/>
          </a:p>
        </p:txBody>
      </p:sp>
    </p:spTree>
    <p:extLst>
      <p:ext uri="{BB962C8B-B14F-4D97-AF65-F5344CB8AC3E}">
        <p14:creationId xmlns:p14="http://schemas.microsoft.com/office/powerpoint/2010/main" val="3542928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E4F1E-33FA-49DA-A3B5-C9C25C75A4D7}"/>
              </a:ext>
            </a:extLst>
          </p:cNvPr>
          <p:cNvSpPr>
            <a:spLocks noGrp="1"/>
          </p:cNvSpPr>
          <p:nvPr>
            <p:ph type="title"/>
          </p:nvPr>
        </p:nvSpPr>
        <p:spPr/>
        <p:txBody>
          <a:bodyPr/>
          <a:lstStyle/>
          <a:p>
            <a:r>
              <a:rPr lang="en-US" dirty="0"/>
              <a:t>Basic getting started operations include</a:t>
            </a:r>
          </a:p>
        </p:txBody>
      </p:sp>
      <p:sp>
        <p:nvSpPr>
          <p:cNvPr id="3" name="Content Placeholder 2">
            <a:extLst>
              <a:ext uri="{FF2B5EF4-FFF2-40B4-BE49-F238E27FC236}">
                <a16:creationId xmlns:a16="http://schemas.microsoft.com/office/drawing/2014/main" id="{F10E9B0E-E2AD-409F-9EDD-F9D9B8F098CF}"/>
              </a:ext>
            </a:extLst>
          </p:cNvPr>
          <p:cNvSpPr>
            <a:spLocks noGrp="1"/>
          </p:cNvSpPr>
          <p:nvPr>
            <p:ph idx="1"/>
          </p:nvPr>
        </p:nvSpPr>
        <p:spPr/>
        <p:txBody>
          <a:bodyPr>
            <a:normAutofit/>
          </a:bodyPr>
          <a:lstStyle/>
          <a:p>
            <a:r>
              <a:rPr lang="en-US" dirty="0"/>
              <a:t>Setting up the workspace</a:t>
            </a:r>
          </a:p>
          <a:p>
            <a:pPr marL="0" indent="0">
              <a:buNone/>
            </a:pPr>
            <a:endParaRPr lang="en-US" dirty="0"/>
          </a:p>
          <a:p>
            <a:pPr marL="0" indent="0">
              <a:buNone/>
            </a:pPr>
            <a:endParaRPr lang="en-US" dirty="0"/>
          </a:p>
          <a:p>
            <a:pPr marL="0" indent="0">
              <a:buNone/>
            </a:pPr>
            <a:r>
              <a:rPr lang="en-US" dirty="0"/>
              <a:t>These basic functions are described below.</a:t>
            </a:r>
          </a:p>
        </p:txBody>
      </p:sp>
    </p:spTree>
    <p:extLst>
      <p:ext uri="{BB962C8B-B14F-4D97-AF65-F5344CB8AC3E}">
        <p14:creationId xmlns:p14="http://schemas.microsoft.com/office/powerpoint/2010/main" val="1412399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FDD5-E477-861C-F3BE-D8BD87B77E72}"/>
              </a:ext>
            </a:extLst>
          </p:cNvPr>
          <p:cNvSpPr>
            <a:spLocks noGrp="1"/>
          </p:cNvSpPr>
          <p:nvPr>
            <p:ph type="title"/>
          </p:nvPr>
        </p:nvSpPr>
        <p:spPr/>
        <p:txBody>
          <a:bodyPr/>
          <a:lstStyle/>
          <a:p>
            <a:r>
              <a:rPr lang="en-US" dirty="0"/>
              <a:t>To set up the work space, run the main demo script in the repo</a:t>
            </a:r>
          </a:p>
        </p:txBody>
      </p:sp>
      <p:sp>
        <p:nvSpPr>
          <p:cNvPr id="3" name="Content Placeholder 2">
            <a:extLst>
              <a:ext uri="{FF2B5EF4-FFF2-40B4-BE49-F238E27FC236}">
                <a16:creationId xmlns:a16="http://schemas.microsoft.com/office/drawing/2014/main" id="{47D0C35B-01A8-ECDE-8790-1BFBC12CB04B}"/>
              </a:ext>
            </a:extLst>
          </p:cNvPr>
          <p:cNvSpPr>
            <a:spLocks noGrp="1"/>
          </p:cNvSpPr>
          <p:nvPr>
            <p:ph idx="1"/>
          </p:nvPr>
        </p:nvSpPr>
        <p:spPr>
          <a:xfrm>
            <a:off x="838200" y="1825625"/>
            <a:ext cx="3902242" cy="4351338"/>
          </a:xfrm>
        </p:spPr>
        <p:txBody>
          <a:bodyPr/>
          <a:lstStyle/>
          <a:p>
            <a:pPr marL="0" indent="0">
              <a:buNone/>
            </a:pPr>
            <a:r>
              <a:rPr lang="en-US" dirty="0"/>
              <a:t>The file is:</a:t>
            </a:r>
          </a:p>
          <a:p>
            <a:pPr marL="0" indent="0">
              <a:buNone/>
            </a:pPr>
            <a:r>
              <a:rPr lang="en-US" dirty="0" err="1"/>
              <a:t>Script_demo_HandTrace</a:t>
            </a:r>
            <a:endParaRPr lang="en-US" dirty="0"/>
          </a:p>
        </p:txBody>
      </p:sp>
      <p:pic>
        <p:nvPicPr>
          <p:cNvPr id="5" name="Picture 4">
            <a:extLst>
              <a:ext uri="{FF2B5EF4-FFF2-40B4-BE49-F238E27FC236}">
                <a16:creationId xmlns:a16="http://schemas.microsoft.com/office/drawing/2014/main" id="{8EA014D3-DB35-9B46-679E-3A8FD8BC9603}"/>
              </a:ext>
            </a:extLst>
          </p:cNvPr>
          <p:cNvPicPr>
            <a:picLocks noChangeAspect="1"/>
          </p:cNvPicPr>
          <p:nvPr/>
        </p:nvPicPr>
        <p:blipFill>
          <a:blip r:embed="rId2"/>
          <a:stretch>
            <a:fillRect/>
          </a:stretch>
        </p:blipFill>
        <p:spPr>
          <a:xfrm>
            <a:off x="5875685" y="1350376"/>
            <a:ext cx="5638367" cy="5032375"/>
          </a:xfrm>
          <a:prstGeom prst="rect">
            <a:avLst/>
          </a:prstGeom>
        </p:spPr>
      </p:pic>
    </p:spTree>
    <p:extLst>
      <p:ext uri="{BB962C8B-B14F-4D97-AF65-F5344CB8AC3E}">
        <p14:creationId xmlns:p14="http://schemas.microsoft.com/office/powerpoint/2010/main" val="477352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4B20-52B2-3C09-9884-5AB854F6A2BC}"/>
              </a:ext>
            </a:extLst>
          </p:cNvPr>
          <p:cNvSpPr>
            <a:spLocks noGrp="1"/>
          </p:cNvSpPr>
          <p:nvPr>
            <p:ph type="title"/>
          </p:nvPr>
        </p:nvSpPr>
        <p:spPr/>
        <p:txBody>
          <a:bodyPr/>
          <a:lstStyle/>
          <a:p>
            <a:r>
              <a:rPr lang="en-US" dirty="0"/>
              <a:t>We only need to run the function up to the line AFTER the environment has been set up</a:t>
            </a:r>
          </a:p>
        </p:txBody>
      </p:sp>
      <p:sp>
        <p:nvSpPr>
          <p:cNvPr id="3" name="Content Placeholder 2">
            <a:extLst>
              <a:ext uri="{FF2B5EF4-FFF2-40B4-BE49-F238E27FC236}">
                <a16:creationId xmlns:a16="http://schemas.microsoft.com/office/drawing/2014/main" id="{AF3F0526-CCA9-F822-5BE0-620E5C835C8A}"/>
              </a:ext>
            </a:extLst>
          </p:cNvPr>
          <p:cNvSpPr>
            <a:spLocks noGrp="1"/>
          </p:cNvSpPr>
          <p:nvPr>
            <p:ph idx="1"/>
          </p:nvPr>
        </p:nvSpPr>
        <p:spPr>
          <a:xfrm>
            <a:off x="838200" y="1825625"/>
            <a:ext cx="4251158" cy="4351338"/>
          </a:xfrm>
        </p:spPr>
        <p:txBody>
          <a:bodyPr>
            <a:normAutofit fontScale="92500" lnSpcReduction="10000"/>
          </a:bodyPr>
          <a:lstStyle/>
          <a:p>
            <a:pPr marL="0" indent="0">
              <a:buNone/>
            </a:pPr>
            <a:r>
              <a:rPr lang="en-US" dirty="0"/>
              <a:t>The point at which the environment setup has been finished is usually indicated by a “Welcome to…” statement.</a:t>
            </a:r>
          </a:p>
          <a:p>
            <a:pPr marL="0" indent="0">
              <a:buNone/>
            </a:pPr>
            <a:r>
              <a:rPr lang="en-US" dirty="0"/>
              <a:t>We can put a break-point there to stop the code at this point, so it doesn’t run all the functions, which we usually do not need.</a:t>
            </a:r>
          </a:p>
          <a:p>
            <a:pPr marL="0" indent="0">
              <a:buNone/>
            </a:pPr>
            <a:r>
              <a:rPr lang="en-US" dirty="0"/>
              <a:t>When running up to this section, the code will install some libraries.</a:t>
            </a:r>
          </a:p>
          <a:p>
            <a:pPr marL="0" indent="0">
              <a:buNone/>
            </a:pPr>
            <a:endParaRPr lang="en-US" dirty="0"/>
          </a:p>
        </p:txBody>
      </p:sp>
      <p:pic>
        <p:nvPicPr>
          <p:cNvPr id="5" name="Picture 4">
            <a:extLst>
              <a:ext uri="{FF2B5EF4-FFF2-40B4-BE49-F238E27FC236}">
                <a16:creationId xmlns:a16="http://schemas.microsoft.com/office/drawing/2014/main" id="{BBF0218E-7F08-4305-3E9D-1EC5A777938D}"/>
              </a:ext>
            </a:extLst>
          </p:cNvPr>
          <p:cNvPicPr>
            <a:picLocks noChangeAspect="1"/>
          </p:cNvPicPr>
          <p:nvPr/>
        </p:nvPicPr>
        <p:blipFill>
          <a:blip r:embed="rId2"/>
          <a:stretch>
            <a:fillRect/>
          </a:stretch>
        </p:blipFill>
        <p:spPr>
          <a:xfrm>
            <a:off x="5149515" y="1765302"/>
            <a:ext cx="6385547" cy="2795153"/>
          </a:xfrm>
          <a:prstGeom prst="rect">
            <a:avLst/>
          </a:prstGeom>
        </p:spPr>
      </p:pic>
      <p:pic>
        <p:nvPicPr>
          <p:cNvPr id="7" name="Picture 6">
            <a:extLst>
              <a:ext uri="{FF2B5EF4-FFF2-40B4-BE49-F238E27FC236}">
                <a16:creationId xmlns:a16="http://schemas.microsoft.com/office/drawing/2014/main" id="{5F13C760-4FF4-A606-61DB-7905BD922E03}"/>
              </a:ext>
            </a:extLst>
          </p:cNvPr>
          <p:cNvPicPr>
            <a:picLocks noChangeAspect="1"/>
          </p:cNvPicPr>
          <p:nvPr/>
        </p:nvPicPr>
        <p:blipFill>
          <a:blip r:embed="rId3"/>
          <a:stretch>
            <a:fillRect/>
          </a:stretch>
        </p:blipFill>
        <p:spPr>
          <a:xfrm>
            <a:off x="5276648" y="4635069"/>
            <a:ext cx="6487430" cy="1886213"/>
          </a:xfrm>
          <a:prstGeom prst="rect">
            <a:avLst/>
          </a:prstGeom>
        </p:spPr>
      </p:pic>
    </p:spTree>
    <p:extLst>
      <p:ext uri="{BB962C8B-B14F-4D97-AF65-F5344CB8AC3E}">
        <p14:creationId xmlns:p14="http://schemas.microsoft.com/office/powerpoint/2010/main" val="1794694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EFA54-D76C-3B7D-8505-3792143FE7FF}"/>
              </a:ext>
            </a:extLst>
          </p:cNvPr>
          <p:cNvSpPr>
            <a:spLocks noGrp="1"/>
          </p:cNvSpPr>
          <p:nvPr>
            <p:ph type="title"/>
          </p:nvPr>
        </p:nvSpPr>
        <p:spPr/>
        <p:txBody>
          <a:bodyPr>
            <a:normAutofit fontScale="90000"/>
          </a:bodyPr>
          <a:lstStyle/>
          <a:p>
            <a:r>
              <a:rPr lang="en-US" dirty="0"/>
              <a:t>The core functions of the code depend on category definitions for items we want to label. </a:t>
            </a:r>
          </a:p>
        </p:txBody>
      </p:sp>
      <p:sp>
        <p:nvSpPr>
          <p:cNvPr id="3" name="Content Placeholder 2">
            <a:extLst>
              <a:ext uri="{FF2B5EF4-FFF2-40B4-BE49-F238E27FC236}">
                <a16:creationId xmlns:a16="http://schemas.microsoft.com/office/drawing/2014/main" id="{0439BE91-16EA-8E3B-F190-051A553C0E80}"/>
              </a:ext>
            </a:extLst>
          </p:cNvPr>
          <p:cNvSpPr>
            <a:spLocks noGrp="1"/>
          </p:cNvSpPr>
          <p:nvPr>
            <p:ph idx="1"/>
          </p:nvPr>
        </p:nvSpPr>
        <p:spPr>
          <a:xfrm>
            <a:off x="838200" y="1825625"/>
            <a:ext cx="3631532" cy="4351338"/>
          </a:xfrm>
        </p:spPr>
        <p:txBody>
          <a:bodyPr/>
          <a:lstStyle/>
          <a:p>
            <a:pPr marL="0" indent="0">
              <a:buNone/>
            </a:pPr>
            <a:r>
              <a:rPr lang="en-US" dirty="0"/>
              <a:t>These definitions are stored in text files within the Data subfolder of the repository.</a:t>
            </a:r>
          </a:p>
        </p:txBody>
      </p:sp>
      <p:pic>
        <p:nvPicPr>
          <p:cNvPr id="5" name="Picture 4">
            <a:extLst>
              <a:ext uri="{FF2B5EF4-FFF2-40B4-BE49-F238E27FC236}">
                <a16:creationId xmlns:a16="http://schemas.microsoft.com/office/drawing/2014/main" id="{55B59C72-8453-A1DF-E240-8DB23DA09861}"/>
              </a:ext>
            </a:extLst>
          </p:cNvPr>
          <p:cNvPicPr>
            <a:picLocks noChangeAspect="1"/>
          </p:cNvPicPr>
          <p:nvPr/>
        </p:nvPicPr>
        <p:blipFill>
          <a:blip r:embed="rId2"/>
          <a:stretch>
            <a:fillRect/>
          </a:stretch>
        </p:blipFill>
        <p:spPr>
          <a:xfrm>
            <a:off x="4876837" y="2005528"/>
            <a:ext cx="6649378" cy="3991532"/>
          </a:xfrm>
          <a:prstGeom prst="rect">
            <a:avLst/>
          </a:prstGeom>
        </p:spPr>
      </p:pic>
    </p:spTree>
    <p:extLst>
      <p:ext uri="{BB962C8B-B14F-4D97-AF65-F5344CB8AC3E}">
        <p14:creationId xmlns:p14="http://schemas.microsoft.com/office/powerpoint/2010/main" val="600300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B9295-D7CF-BA6C-3FC2-F3A4FA9F59EF}"/>
              </a:ext>
            </a:extLst>
          </p:cNvPr>
          <p:cNvSpPr>
            <a:spLocks noGrp="1"/>
          </p:cNvSpPr>
          <p:nvPr>
            <p:ph type="title"/>
          </p:nvPr>
        </p:nvSpPr>
        <p:spPr/>
        <p:txBody>
          <a:bodyPr/>
          <a:lstStyle/>
          <a:p>
            <a:r>
              <a:rPr lang="en-US" dirty="0"/>
              <a:t>Inside each text file is a list of all the items that can be “tagged” as part of that category.</a:t>
            </a:r>
          </a:p>
        </p:txBody>
      </p:sp>
      <p:sp>
        <p:nvSpPr>
          <p:cNvPr id="3" name="Content Placeholder 2">
            <a:extLst>
              <a:ext uri="{FF2B5EF4-FFF2-40B4-BE49-F238E27FC236}">
                <a16:creationId xmlns:a16="http://schemas.microsoft.com/office/drawing/2014/main" id="{3919638C-2476-0AFA-0B02-B7E76119DB39}"/>
              </a:ext>
            </a:extLst>
          </p:cNvPr>
          <p:cNvSpPr>
            <a:spLocks noGrp="1"/>
          </p:cNvSpPr>
          <p:nvPr>
            <p:ph idx="1"/>
          </p:nvPr>
        </p:nvSpPr>
        <p:spPr>
          <a:xfrm>
            <a:off x="838200" y="1825625"/>
            <a:ext cx="4184984" cy="4351338"/>
          </a:xfrm>
        </p:spPr>
        <p:txBody>
          <a:bodyPr/>
          <a:lstStyle/>
          <a:p>
            <a:pPr marL="0" indent="0">
              <a:buNone/>
            </a:pPr>
            <a:r>
              <a:rPr lang="en-US" dirty="0"/>
              <a:t>There are MANY different categories.</a:t>
            </a:r>
          </a:p>
          <a:p>
            <a:pPr marL="0" indent="0">
              <a:buNone/>
            </a:pPr>
            <a:r>
              <a:rPr lang="en-US" dirty="0"/>
              <a:t>Examples of each item in each list can be found later in this tutorial.</a:t>
            </a:r>
          </a:p>
        </p:txBody>
      </p:sp>
      <p:pic>
        <p:nvPicPr>
          <p:cNvPr id="5" name="Picture 4">
            <a:extLst>
              <a:ext uri="{FF2B5EF4-FFF2-40B4-BE49-F238E27FC236}">
                <a16:creationId xmlns:a16="http://schemas.microsoft.com/office/drawing/2014/main" id="{7B9D3441-F34C-026F-9E53-8BE7FB5090BA}"/>
              </a:ext>
            </a:extLst>
          </p:cNvPr>
          <p:cNvPicPr>
            <a:picLocks noChangeAspect="1"/>
          </p:cNvPicPr>
          <p:nvPr/>
        </p:nvPicPr>
        <p:blipFill>
          <a:blip r:embed="rId2"/>
          <a:stretch>
            <a:fillRect/>
          </a:stretch>
        </p:blipFill>
        <p:spPr>
          <a:xfrm>
            <a:off x="5604481" y="1943100"/>
            <a:ext cx="5869482" cy="4029988"/>
          </a:xfrm>
          <a:prstGeom prst="rect">
            <a:avLst/>
          </a:prstGeom>
        </p:spPr>
      </p:pic>
    </p:spTree>
    <p:extLst>
      <p:ext uri="{BB962C8B-B14F-4D97-AF65-F5344CB8AC3E}">
        <p14:creationId xmlns:p14="http://schemas.microsoft.com/office/powerpoint/2010/main" val="2035518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20100-E9BC-8B78-654C-DA17668B0EEE}"/>
              </a:ext>
            </a:extLst>
          </p:cNvPr>
          <p:cNvSpPr>
            <a:spLocks noGrp="1"/>
          </p:cNvSpPr>
          <p:nvPr>
            <p:ph type="title"/>
          </p:nvPr>
        </p:nvSpPr>
        <p:spPr>
          <a:xfrm>
            <a:off x="838199" y="365125"/>
            <a:ext cx="11193379" cy="1325563"/>
          </a:xfrm>
        </p:spPr>
        <p:txBody>
          <a:bodyPr>
            <a:noAutofit/>
          </a:bodyPr>
          <a:lstStyle/>
          <a:p>
            <a:r>
              <a:rPr lang="en-US" sz="3600" dirty="0"/>
              <a:t>For example, the file “Categories_PaintedStripesYellow.txt” contains a list of all the painted yellow markings that are possible to find on the road.</a:t>
            </a:r>
          </a:p>
        </p:txBody>
      </p:sp>
      <p:sp>
        <p:nvSpPr>
          <p:cNvPr id="3" name="Content Placeholder 2">
            <a:extLst>
              <a:ext uri="{FF2B5EF4-FFF2-40B4-BE49-F238E27FC236}">
                <a16:creationId xmlns:a16="http://schemas.microsoft.com/office/drawing/2014/main" id="{0398502A-6BE1-43C6-DB96-225000611039}"/>
              </a:ext>
            </a:extLst>
          </p:cNvPr>
          <p:cNvSpPr>
            <a:spLocks noGrp="1"/>
          </p:cNvSpPr>
          <p:nvPr>
            <p:ph idx="1"/>
          </p:nvPr>
        </p:nvSpPr>
        <p:spPr>
          <a:xfrm>
            <a:off x="838200" y="2267953"/>
            <a:ext cx="3812005" cy="3909010"/>
          </a:xfrm>
        </p:spPr>
        <p:txBody>
          <a:bodyPr/>
          <a:lstStyle/>
          <a:p>
            <a:pPr marL="0" indent="0">
              <a:buNone/>
            </a:pPr>
            <a:r>
              <a:rPr lang="en-US" dirty="0"/>
              <a:t>The files are in text format so that it is easy for us to modify them and read them without loading them.</a:t>
            </a:r>
          </a:p>
          <a:p>
            <a:pPr marL="0" indent="0">
              <a:buNone/>
            </a:pPr>
            <a:r>
              <a:rPr lang="en-US" dirty="0"/>
              <a:t>The text file comments are ignored. These start with “%” symbols. </a:t>
            </a:r>
          </a:p>
          <a:p>
            <a:pPr marL="0" indent="0">
              <a:buNone/>
            </a:pPr>
            <a:endParaRPr lang="en-US" dirty="0"/>
          </a:p>
        </p:txBody>
      </p:sp>
      <p:pic>
        <p:nvPicPr>
          <p:cNvPr id="5" name="Picture 4">
            <a:extLst>
              <a:ext uri="{FF2B5EF4-FFF2-40B4-BE49-F238E27FC236}">
                <a16:creationId xmlns:a16="http://schemas.microsoft.com/office/drawing/2014/main" id="{B1165583-289A-BB91-F2D7-0D4689AA8919}"/>
              </a:ext>
            </a:extLst>
          </p:cNvPr>
          <p:cNvPicPr>
            <a:picLocks noChangeAspect="1"/>
          </p:cNvPicPr>
          <p:nvPr/>
        </p:nvPicPr>
        <p:blipFill>
          <a:blip r:embed="rId2"/>
          <a:stretch>
            <a:fillRect/>
          </a:stretch>
        </p:blipFill>
        <p:spPr>
          <a:xfrm>
            <a:off x="6216120" y="2186573"/>
            <a:ext cx="5306600" cy="4532721"/>
          </a:xfrm>
          <a:prstGeom prst="rect">
            <a:avLst/>
          </a:prstGeom>
        </p:spPr>
      </p:pic>
    </p:spTree>
    <p:extLst>
      <p:ext uri="{BB962C8B-B14F-4D97-AF65-F5344CB8AC3E}">
        <p14:creationId xmlns:p14="http://schemas.microsoft.com/office/powerpoint/2010/main" val="1549314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614BB-86FC-2A19-48A6-27C897CD30AF}"/>
              </a:ext>
            </a:extLst>
          </p:cNvPr>
          <p:cNvSpPr>
            <a:spLocks noGrp="1"/>
          </p:cNvSpPr>
          <p:nvPr>
            <p:ph type="title"/>
          </p:nvPr>
        </p:nvSpPr>
        <p:spPr/>
        <p:txBody>
          <a:bodyPr/>
          <a:lstStyle/>
          <a:p>
            <a:r>
              <a:rPr lang="en-US" dirty="0"/>
              <a:t>The format of each line inside a category lists important items </a:t>
            </a:r>
          </a:p>
        </p:txBody>
      </p:sp>
      <p:sp>
        <p:nvSpPr>
          <p:cNvPr id="3" name="Content Placeholder 2">
            <a:extLst>
              <a:ext uri="{FF2B5EF4-FFF2-40B4-BE49-F238E27FC236}">
                <a16:creationId xmlns:a16="http://schemas.microsoft.com/office/drawing/2014/main" id="{EA522875-1150-A58B-8D3E-E4859EF9C6FC}"/>
              </a:ext>
            </a:extLst>
          </p:cNvPr>
          <p:cNvSpPr>
            <a:spLocks noGrp="1"/>
          </p:cNvSpPr>
          <p:nvPr>
            <p:ph idx="1"/>
          </p:nvPr>
        </p:nvSpPr>
        <p:spPr>
          <a:xfrm>
            <a:off x="838200" y="1825625"/>
            <a:ext cx="5490411" cy="4351338"/>
          </a:xfrm>
        </p:spPr>
        <p:txBody>
          <a:bodyPr>
            <a:normAutofit lnSpcReduction="10000"/>
          </a:bodyPr>
          <a:lstStyle/>
          <a:p>
            <a:pPr marL="0" indent="0">
              <a:buNone/>
            </a:pPr>
            <a:r>
              <a:rPr lang="en-US" dirty="0"/>
              <a:t>Those items are:</a:t>
            </a:r>
          </a:p>
          <a:p>
            <a:pPr marL="0" indent="0">
              <a:buNone/>
            </a:pPr>
            <a:r>
              <a:rPr lang="en-US" dirty="0"/>
              <a:t>The name</a:t>
            </a:r>
          </a:p>
          <a:p>
            <a:pPr marL="0" indent="0">
              <a:buNone/>
            </a:pPr>
            <a:r>
              <a:rPr lang="en-US" dirty="0"/>
              <a:t>The color as [red green blue], with values of each between 0 and 1</a:t>
            </a:r>
          </a:p>
          <a:p>
            <a:pPr marL="0" indent="0">
              <a:buNone/>
            </a:pPr>
            <a:r>
              <a:rPr lang="en-US" dirty="0"/>
              <a:t>The size it will be drawn on the screen.</a:t>
            </a:r>
          </a:p>
          <a:p>
            <a:r>
              <a:rPr lang="en-US" dirty="0"/>
              <a:t>Line sizes are typically 1 to 10</a:t>
            </a:r>
          </a:p>
          <a:p>
            <a:r>
              <a:rPr lang="en-US" dirty="0"/>
              <a:t>Marker sizes are typically 1 to 50</a:t>
            </a:r>
          </a:p>
          <a:p>
            <a:pPr marL="0" indent="0">
              <a:buNone/>
            </a:pPr>
            <a:r>
              <a:rPr lang="en-US" dirty="0"/>
              <a:t>If the item MUST be drawn on the screen (isRequredAs1or0) flag</a:t>
            </a:r>
          </a:p>
        </p:txBody>
      </p:sp>
      <p:pic>
        <p:nvPicPr>
          <p:cNvPr id="5" name="Picture 4">
            <a:extLst>
              <a:ext uri="{FF2B5EF4-FFF2-40B4-BE49-F238E27FC236}">
                <a16:creationId xmlns:a16="http://schemas.microsoft.com/office/drawing/2014/main" id="{C1BA9561-1F9F-2393-217B-74D809372AB4}"/>
              </a:ext>
            </a:extLst>
          </p:cNvPr>
          <p:cNvPicPr>
            <a:picLocks noChangeAspect="1"/>
          </p:cNvPicPr>
          <p:nvPr/>
        </p:nvPicPr>
        <p:blipFill>
          <a:blip r:embed="rId2"/>
          <a:stretch>
            <a:fillRect/>
          </a:stretch>
        </p:blipFill>
        <p:spPr>
          <a:xfrm>
            <a:off x="6277839" y="2219268"/>
            <a:ext cx="5591955" cy="819264"/>
          </a:xfrm>
          <a:prstGeom prst="rect">
            <a:avLst/>
          </a:prstGeom>
        </p:spPr>
      </p:pic>
      <p:sp>
        <p:nvSpPr>
          <p:cNvPr id="6" name="TextBox 5">
            <a:extLst>
              <a:ext uri="{FF2B5EF4-FFF2-40B4-BE49-F238E27FC236}">
                <a16:creationId xmlns:a16="http://schemas.microsoft.com/office/drawing/2014/main" id="{05ABE8A8-32EB-DE22-A4F4-B80B051CDAF7}"/>
              </a:ext>
            </a:extLst>
          </p:cNvPr>
          <p:cNvSpPr txBox="1"/>
          <p:nvPr/>
        </p:nvSpPr>
        <p:spPr>
          <a:xfrm>
            <a:off x="7615989" y="3639553"/>
            <a:ext cx="4134722" cy="1477328"/>
          </a:xfrm>
          <a:prstGeom prst="rect">
            <a:avLst/>
          </a:prstGeom>
          <a:noFill/>
        </p:spPr>
        <p:txBody>
          <a:bodyPr wrap="none" rtlCol="0">
            <a:spAutoFit/>
          </a:bodyPr>
          <a:lstStyle/>
          <a:p>
            <a:r>
              <a:rPr lang="en-US" dirty="0"/>
              <a:t>So the first item has the following values:</a:t>
            </a:r>
            <a:br>
              <a:rPr lang="en-US" dirty="0"/>
            </a:br>
            <a:r>
              <a:rPr lang="en-US" dirty="0"/>
              <a:t>Name: “</a:t>
            </a:r>
            <a:r>
              <a:rPr lang="en-US" dirty="0" err="1"/>
              <a:t>PaintedStripesYellow_SingleSolid</a:t>
            </a:r>
            <a:r>
              <a:rPr lang="en-US" dirty="0"/>
              <a:t>”</a:t>
            </a:r>
          </a:p>
          <a:p>
            <a:r>
              <a:rPr lang="en-US" dirty="0"/>
              <a:t>Color: [1 1 0] (yellow)</a:t>
            </a:r>
          </a:p>
          <a:p>
            <a:r>
              <a:rPr lang="en-US" dirty="0"/>
              <a:t>Size: 5</a:t>
            </a:r>
          </a:p>
          <a:p>
            <a:r>
              <a:rPr lang="en-US" dirty="0"/>
              <a:t>Required:  No (0)</a:t>
            </a:r>
          </a:p>
        </p:txBody>
      </p:sp>
    </p:spTree>
    <p:extLst>
      <p:ext uri="{BB962C8B-B14F-4D97-AF65-F5344CB8AC3E}">
        <p14:creationId xmlns:p14="http://schemas.microsoft.com/office/powerpoint/2010/main" val="1119539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0DF0E-EEC0-3052-8247-D2AD2FF1BA7C}"/>
              </a:ext>
            </a:extLst>
          </p:cNvPr>
          <p:cNvSpPr>
            <a:spLocks noGrp="1"/>
          </p:cNvSpPr>
          <p:nvPr>
            <p:ph type="title"/>
          </p:nvPr>
        </p:nvSpPr>
        <p:spPr/>
        <p:txBody>
          <a:bodyPr/>
          <a:lstStyle/>
          <a:p>
            <a:r>
              <a:rPr lang="en-US" dirty="0"/>
              <a:t>Each category appears when we run the core labelling function.</a:t>
            </a:r>
          </a:p>
        </p:txBody>
      </p:sp>
      <p:sp>
        <p:nvSpPr>
          <p:cNvPr id="3" name="Content Placeholder 2">
            <a:extLst>
              <a:ext uri="{FF2B5EF4-FFF2-40B4-BE49-F238E27FC236}">
                <a16:creationId xmlns:a16="http://schemas.microsoft.com/office/drawing/2014/main" id="{0742CDFB-7330-5E8F-43D9-AC9A9F615E6C}"/>
              </a:ext>
            </a:extLst>
          </p:cNvPr>
          <p:cNvSpPr>
            <a:spLocks noGrp="1"/>
          </p:cNvSpPr>
          <p:nvPr>
            <p:ph idx="1"/>
          </p:nvPr>
        </p:nvSpPr>
        <p:spPr>
          <a:xfrm>
            <a:off x="838200" y="1825625"/>
            <a:ext cx="4606344" cy="4351338"/>
          </a:xfrm>
        </p:spPr>
        <p:txBody>
          <a:bodyPr/>
          <a:lstStyle/>
          <a:p>
            <a:pPr marL="0" indent="0">
              <a:buNone/>
            </a:pPr>
            <a:r>
              <a:rPr lang="en-US" dirty="0"/>
              <a:t>A demo of this can be seen by running the script in the Functions subfolder:</a:t>
            </a:r>
          </a:p>
          <a:p>
            <a:pPr marL="0" indent="0">
              <a:buNone/>
            </a:pPr>
            <a:endParaRPr lang="en-US" dirty="0"/>
          </a:p>
          <a:p>
            <a:pPr marL="0" indent="0">
              <a:buNone/>
            </a:pPr>
            <a:r>
              <a:rPr lang="en-US" sz="1600" dirty="0" err="1"/>
              <a:t>script_test_fcn_HandTrace_traceEachCategory</a:t>
            </a:r>
            <a:endParaRPr lang="en-US" sz="1600" dirty="0"/>
          </a:p>
          <a:p>
            <a:pPr marL="0" indent="0">
              <a:buNone/>
            </a:pPr>
            <a:endParaRPr lang="en-US" dirty="0"/>
          </a:p>
          <a:p>
            <a:pPr marL="0" indent="0">
              <a:buNone/>
            </a:pPr>
            <a:r>
              <a:rPr lang="en-US" dirty="0"/>
              <a:t>The first demo is shown here. We can just run this one section.</a:t>
            </a:r>
          </a:p>
        </p:txBody>
      </p:sp>
      <p:pic>
        <p:nvPicPr>
          <p:cNvPr id="5" name="Picture 4">
            <a:extLst>
              <a:ext uri="{FF2B5EF4-FFF2-40B4-BE49-F238E27FC236}">
                <a16:creationId xmlns:a16="http://schemas.microsoft.com/office/drawing/2014/main" id="{512B4789-E41A-812F-ADA1-96BAC8077FB7}"/>
              </a:ext>
            </a:extLst>
          </p:cNvPr>
          <p:cNvPicPr>
            <a:picLocks noChangeAspect="1"/>
          </p:cNvPicPr>
          <p:nvPr/>
        </p:nvPicPr>
        <p:blipFill>
          <a:blip r:embed="rId2"/>
          <a:stretch>
            <a:fillRect/>
          </a:stretch>
        </p:blipFill>
        <p:spPr>
          <a:xfrm>
            <a:off x="5853363" y="1634642"/>
            <a:ext cx="4606345" cy="4158563"/>
          </a:xfrm>
          <a:prstGeom prst="rect">
            <a:avLst/>
          </a:prstGeom>
        </p:spPr>
      </p:pic>
    </p:spTree>
    <p:extLst>
      <p:ext uri="{BB962C8B-B14F-4D97-AF65-F5344CB8AC3E}">
        <p14:creationId xmlns:p14="http://schemas.microsoft.com/office/powerpoint/2010/main" val="488230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F47AA-5659-BBAA-EE6F-E203CAA687B9}"/>
              </a:ext>
            </a:extLst>
          </p:cNvPr>
          <p:cNvSpPr>
            <a:spLocks noGrp="1"/>
          </p:cNvSpPr>
          <p:nvPr>
            <p:ph type="title"/>
          </p:nvPr>
        </p:nvSpPr>
        <p:spPr/>
        <p:txBody>
          <a:bodyPr/>
          <a:lstStyle/>
          <a:p>
            <a:r>
              <a:rPr lang="en-US" dirty="0"/>
              <a:t>When running the demo, it opens the drawing interface tool</a:t>
            </a:r>
          </a:p>
        </p:txBody>
      </p:sp>
      <p:sp>
        <p:nvSpPr>
          <p:cNvPr id="3" name="Content Placeholder 2">
            <a:extLst>
              <a:ext uri="{FF2B5EF4-FFF2-40B4-BE49-F238E27FC236}">
                <a16:creationId xmlns:a16="http://schemas.microsoft.com/office/drawing/2014/main" id="{79E6E2EF-C600-65F7-90A8-310EE2FF38BC}"/>
              </a:ext>
            </a:extLst>
          </p:cNvPr>
          <p:cNvSpPr>
            <a:spLocks noGrp="1"/>
          </p:cNvSpPr>
          <p:nvPr>
            <p:ph idx="1"/>
          </p:nvPr>
        </p:nvSpPr>
        <p:spPr>
          <a:xfrm>
            <a:off x="838200" y="1825625"/>
            <a:ext cx="4690311" cy="4351338"/>
          </a:xfrm>
        </p:spPr>
        <p:txBody>
          <a:bodyPr/>
          <a:lstStyle/>
          <a:p>
            <a:pPr marL="0" indent="0">
              <a:buNone/>
            </a:pPr>
            <a:r>
              <a:rPr lang="en-US" dirty="0"/>
              <a:t>This shows all the categories that can be labelled. </a:t>
            </a:r>
          </a:p>
        </p:txBody>
      </p:sp>
      <p:pic>
        <p:nvPicPr>
          <p:cNvPr id="7" name="Picture 6">
            <a:extLst>
              <a:ext uri="{FF2B5EF4-FFF2-40B4-BE49-F238E27FC236}">
                <a16:creationId xmlns:a16="http://schemas.microsoft.com/office/drawing/2014/main" id="{3EAE52AA-0190-1D92-5991-F07CE99593A7}"/>
              </a:ext>
            </a:extLst>
          </p:cNvPr>
          <p:cNvPicPr>
            <a:picLocks noChangeAspect="1"/>
          </p:cNvPicPr>
          <p:nvPr/>
        </p:nvPicPr>
        <p:blipFill>
          <a:blip r:embed="rId2"/>
          <a:stretch>
            <a:fillRect/>
          </a:stretch>
        </p:blipFill>
        <p:spPr>
          <a:xfrm>
            <a:off x="4876800" y="2516610"/>
            <a:ext cx="6477000" cy="3442939"/>
          </a:xfrm>
          <a:prstGeom prst="rect">
            <a:avLst/>
          </a:prstGeom>
        </p:spPr>
      </p:pic>
    </p:spTree>
    <p:extLst>
      <p:ext uri="{BB962C8B-B14F-4D97-AF65-F5344CB8AC3E}">
        <p14:creationId xmlns:p14="http://schemas.microsoft.com/office/powerpoint/2010/main" val="886664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9A0A-16E6-ECC1-52F7-85E8148A07C7}"/>
              </a:ext>
            </a:extLst>
          </p:cNvPr>
          <p:cNvSpPr>
            <a:spLocks noGrp="1"/>
          </p:cNvSpPr>
          <p:nvPr>
            <p:ph type="title"/>
          </p:nvPr>
        </p:nvSpPr>
        <p:spPr/>
        <p:txBody>
          <a:bodyPr/>
          <a:lstStyle/>
          <a:p>
            <a:r>
              <a:rPr lang="en-US" dirty="0"/>
              <a:t>If we click on the categories, the individual items are shown. </a:t>
            </a:r>
          </a:p>
        </p:txBody>
      </p:sp>
      <p:pic>
        <p:nvPicPr>
          <p:cNvPr id="5" name="Picture 4">
            <a:extLst>
              <a:ext uri="{FF2B5EF4-FFF2-40B4-BE49-F238E27FC236}">
                <a16:creationId xmlns:a16="http://schemas.microsoft.com/office/drawing/2014/main" id="{5EE6379A-F4D1-7AE9-2CCD-B6AC4CE772A8}"/>
              </a:ext>
            </a:extLst>
          </p:cNvPr>
          <p:cNvPicPr>
            <a:picLocks noChangeAspect="1"/>
          </p:cNvPicPr>
          <p:nvPr/>
        </p:nvPicPr>
        <p:blipFill>
          <a:blip r:embed="rId2"/>
          <a:stretch>
            <a:fillRect/>
          </a:stretch>
        </p:blipFill>
        <p:spPr>
          <a:xfrm>
            <a:off x="3765884" y="1961924"/>
            <a:ext cx="8077200" cy="4293547"/>
          </a:xfrm>
          <a:prstGeom prst="rect">
            <a:avLst/>
          </a:prstGeom>
        </p:spPr>
      </p:pic>
      <p:sp>
        <p:nvSpPr>
          <p:cNvPr id="6" name="TextBox 5">
            <a:extLst>
              <a:ext uri="{FF2B5EF4-FFF2-40B4-BE49-F238E27FC236}">
                <a16:creationId xmlns:a16="http://schemas.microsoft.com/office/drawing/2014/main" id="{842EAA12-EF7C-F30A-4E7E-8C38CCA05467}"/>
              </a:ext>
            </a:extLst>
          </p:cNvPr>
          <p:cNvSpPr txBox="1"/>
          <p:nvPr/>
        </p:nvSpPr>
        <p:spPr>
          <a:xfrm>
            <a:off x="838200" y="2388268"/>
            <a:ext cx="2346158" cy="1200329"/>
          </a:xfrm>
          <a:prstGeom prst="rect">
            <a:avLst/>
          </a:prstGeom>
          <a:noFill/>
        </p:spPr>
        <p:txBody>
          <a:bodyPr wrap="square" rtlCol="0">
            <a:spAutoFit/>
          </a:bodyPr>
          <a:lstStyle/>
          <a:p>
            <a:r>
              <a:rPr lang="en-US" dirty="0"/>
              <a:t>For testing, only random points are filled in to represent a “map”</a:t>
            </a:r>
          </a:p>
        </p:txBody>
      </p:sp>
    </p:spTree>
    <p:extLst>
      <p:ext uri="{BB962C8B-B14F-4D97-AF65-F5344CB8AC3E}">
        <p14:creationId xmlns:p14="http://schemas.microsoft.com/office/powerpoint/2010/main" val="55703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9A0A-16E6-ECC1-52F7-85E8148A07C7}"/>
              </a:ext>
            </a:extLst>
          </p:cNvPr>
          <p:cNvSpPr>
            <a:spLocks noGrp="1"/>
          </p:cNvSpPr>
          <p:nvPr>
            <p:ph type="title"/>
          </p:nvPr>
        </p:nvSpPr>
        <p:spPr/>
        <p:txBody>
          <a:bodyPr/>
          <a:lstStyle/>
          <a:p>
            <a:r>
              <a:rPr lang="en-US" dirty="0"/>
              <a:t>Many categories can be selected on/off by clicking on the legend.</a:t>
            </a:r>
          </a:p>
        </p:txBody>
      </p:sp>
      <p:sp>
        <p:nvSpPr>
          <p:cNvPr id="6" name="TextBox 5">
            <a:extLst>
              <a:ext uri="{FF2B5EF4-FFF2-40B4-BE49-F238E27FC236}">
                <a16:creationId xmlns:a16="http://schemas.microsoft.com/office/drawing/2014/main" id="{842EAA12-EF7C-F30A-4E7E-8C38CCA05467}"/>
              </a:ext>
            </a:extLst>
          </p:cNvPr>
          <p:cNvSpPr txBox="1"/>
          <p:nvPr/>
        </p:nvSpPr>
        <p:spPr>
          <a:xfrm>
            <a:off x="838200" y="2388268"/>
            <a:ext cx="2346158" cy="1477328"/>
          </a:xfrm>
          <a:prstGeom prst="rect">
            <a:avLst/>
          </a:prstGeom>
          <a:noFill/>
        </p:spPr>
        <p:txBody>
          <a:bodyPr wrap="square" rtlCol="0">
            <a:spAutoFit/>
          </a:bodyPr>
          <a:lstStyle/>
          <a:p>
            <a:r>
              <a:rPr lang="en-US" dirty="0"/>
              <a:t>Each category and each sub-item display can be toggled on/off by clicking on the legend</a:t>
            </a:r>
          </a:p>
        </p:txBody>
      </p:sp>
      <p:pic>
        <p:nvPicPr>
          <p:cNvPr id="4" name="Picture 3">
            <a:extLst>
              <a:ext uri="{FF2B5EF4-FFF2-40B4-BE49-F238E27FC236}">
                <a16:creationId xmlns:a16="http://schemas.microsoft.com/office/drawing/2014/main" id="{09C70AF2-628D-69D3-6863-F9D1D50F2E57}"/>
              </a:ext>
            </a:extLst>
          </p:cNvPr>
          <p:cNvPicPr>
            <a:picLocks noChangeAspect="1"/>
          </p:cNvPicPr>
          <p:nvPr/>
        </p:nvPicPr>
        <p:blipFill>
          <a:blip r:embed="rId2"/>
          <a:stretch>
            <a:fillRect/>
          </a:stretch>
        </p:blipFill>
        <p:spPr>
          <a:xfrm>
            <a:off x="4233515" y="1864893"/>
            <a:ext cx="7182447" cy="3817929"/>
          </a:xfrm>
          <a:prstGeom prst="rect">
            <a:avLst/>
          </a:prstGeom>
        </p:spPr>
      </p:pic>
    </p:spTree>
    <p:extLst>
      <p:ext uri="{BB962C8B-B14F-4D97-AF65-F5344CB8AC3E}">
        <p14:creationId xmlns:p14="http://schemas.microsoft.com/office/powerpoint/2010/main" val="4087803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5BE91-2C2D-F75E-A26B-0AF35DA89D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3E6FF-CF0F-A9E8-3BF9-A3E8F50DB443}"/>
              </a:ext>
            </a:extLst>
          </p:cNvPr>
          <p:cNvSpPr>
            <a:spLocks noGrp="1"/>
          </p:cNvSpPr>
          <p:nvPr>
            <p:ph type="ctrTitle"/>
          </p:nvPr>
        </p:nvSpPr>
        <p:spPr/>
        <p:txBody>
          <a:bodyPr>
            <a:normAutofit/>
          </a:bodyPr>
          <a:lstStyle/>
          <a:p>
            <a:r>
              <a:rPr lang="en-US" dirty="0"/>
              <a:t>Category Organization Suggestions</a:t>
            </a:r>
          </a:p>
        </p:txBody>
      </p:sp>
      <p:sp>
        <p:nvSpPr>
          <p:cNvPr id="4" name="Subtitle 3">
            <a:extLst>
              <a:ext uri="{FF2B5EF4-FFF2-40B4-BE49-F238E27FC236}">
                <a16:creationId xmlns:a16="http://schemas.microsoft.com/office/drawing/2014/main" id="{9A67F77A-A9CA-5F24-B3F6-C3A13E8EFA5D}"/>
              </a:ext>
            </a:extLst>
          </p:cNvPr>
          <p:cNvSpPr>
            <a:spLocks noGrp="1"/>
          </p:cNvSpPr>
          <p:nvPr>
            <p:ph type="subTitle" idx="1"/>
          </p:nvPr>
        </p:nvSpPr>
        <p:spPr/>
        <p:txBody>
          <a:bodyPr/>
          <a:lstStyle/>
          <a:p>
            <a:r>
              <a:rPr lang="en-US" dirty="0"/>
              <a:t>Updated 2026-03-17 by S. Brennan and J. Rodriguez</a:t>
            </a:r>
          </a:p>
        </p:txBody>
      </p:sp>
    </p:spTree>
    <p:extLst>
      <p:ext uri="{BB962C8B-B14F-4D97-AF65-F5344CB8AC3E}">
        <p14:creationId xmlns:p14="http://schemas.microsoft.com/office/powerpoint/2010/main" val="761224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Checking the inputs to functions</a:t>
            </a:r>
          </a:p>
        </p:txBody>
      </p:sp>
    </p:spTree>
    <p:extLst>
      <p:ext uri="{BB962C8B-B14F-4D97-AF65-F5344CB8AC3E}">
        <p14:creationId xmlns:p14="http://schemas.microsoft.com/office/powerpoint/2010/main" val="928553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8862" y="1356825"/>
            <a:ext cx="9753600" cy="2387600"/>
          </a:xfrm>
        </p:spPr>
        <p:txBody>
          <a:bodyPr>
            <a:normAutofit/>
          </a:bodyPr>
          <a:lstStyle/>
          <a:p>
            <a:r>
              <a:rPr lang="en-US" dirty="0"/>
              <a:t>Examples from Test Track</a:t>
            </a:r>
          </a:p>
        </p:txBody>
      </p:sp>
    </p:spTree>
    <p:extLst>
      <p:ext uri="{BB962C8B-B14F-4D97-AF65-F5344CB8AC3E}">
        <p14:creationId xmlns:p14="http://schemas.microsoft.com/office/powerpoint/2010/main" val="1878540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1169D-998C-7327-4762-201FBD6E4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ACBB2-A19F-2F20-9E32-5579F3B264DA}"/>
              </a:ext>
            </a:extLst>
          </p:cNvPr>
          <p:cNvSpPr>
            <a:spLocks noGrp="1"/>
          </p:cNvSpPr>
          <p:nvPr>
            <p:ph type="ctrTitle"/>
          </p:nvPr>
        </p:nvSpPr>
        <p:spPr/>
        <p:txBody>
          <a:bodyPr>
            <a:normAutofit/>
          </a:bodyPr>
          <a:lstStyle/>
          <a:p>
            <a:r>
              <a:rPr lang="en-US" dirty="0"/>
              <a:t>Documentation of Items Within “</a:t>
            </a:r>
            <a:r>
              <a:rPr lang="en-US" dirty="0" err="1"/>
              <a:t>ImpliedStripes</a:t>
            </a:r>
            <a:r>
              <a:rPr lang="en-US" dirty="0"/>
              <a:t>”</a:t>
            </a:r>
          </a:p>
        </p:txBody>
      </p:sp>
      <p:sp>
        <p:nvSpPr>
          <p:cNvPr id="4" name="Subtitle 3">
            <a:extLst>
              <a:ext uri="{FF2B5EF4-FFF2-40B4-BE49-F238E27FC236}">
                <a16:creationId xmlns:a16="http://schemas.microsoft.com/office/drawing/2014/main" id="{F0FF65DB-388E-9BBE-314E-FD4D29BC0E82}"/>
              </a:ext>
            </a:extLst>
          </p:cNvPr>
          <p:cNvSpPr>
            <a:spLocks noGrp="1"/>
          </p:cNvSpPr>
          <p:nvPr>
            <p:ph type="subTitle" idx="1"/>
          </p:nvPr>
        </p:nvSpPr>
        <p:spPr/>
        <p:txBody>
          <a:bodyPr/>
          <a:lstStyle/>
          <a:p>
            <a:r>
              <a:rPr lang="en-US" dirty="0"/>
              <a:t>Updated 2026-03-17 by S. Brennan and J. Rodriguez</a:t>
            </a:r>
          </a:p>
          <a:p>
            <a:endParaRPr lang="en-US" dirty="0"/>
          </a:p>
        </p:txBody>
      </p:sp>
    </p:spTree>
    <p:extLst>
      <p:ext uri="{BB962C8B-B14F-4D97-AF65-F5344CB8AC3E}">
        <p14:creationId xmlns:p14="http://schemas.microsoft.com/office/powerpoint/2010/main" val="124226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36BD0-F987-4003-ABC4-595DF9E61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E5C9F-3CB3-0D4E-BAB7-C8180F3F30DD}"/>
              </a:ext>
            </a:extLst>
          </p:cNvPr>
          <p:cNvSpPr>
            <a:spLocks noGrp="1"/>
          </p:cNvSpPr>
          <p:nvPr>
            <p:ph type="title"/>
          </p:nvPr>
        </p:nvSpPr>
        <p:spPr/>
        <p:txBody>
          <a:bodyPr/>
          <a:lstStyle/>
          <a:p>
            <a:r>
              <a:rPr lang="en-US" dirty="0"/>
              <a:t>Here are images that show all items within the </a:t>
            </a:r>
            <a:r>
              <a:rPr lang="en-US" dirty="0" err="1"/>
              <a:t>ImpliedStripes</a:t>
            </a:r>
            <a:r>
              <a:rPr lang="en-US" dirty="0"/>
              <a:t> category</a:t>
            </a:r>
          </a:p>
        </p:txBody>
      </p:sp>
      <p:sp>
        <p:nvSpPr>
          <p:cNvPr id="7" name="CuadroTexto 6">
            <a:extLst>
              <a:ext uri="{FF2B5EF4-FFF2-40B4-BE49-F238E27FC236}">
                <a16:creationId xmlns:a16="http://schemas.microsoft.com/office/drawing/2014/main" id="{B612CB68-1911-6986-C125-99E640882F1C}"/>
              </a:ext>
            </a:extLst>
          </p:cNvPr>
          <p:cNvSpPr txBox="1"/>
          <p:nvPr/>
        </p:nvSpPr>
        <p:spPr>
          <a:xfrm>
            <a:off x="490971" y="2649682"/>
            <a:ext cx="6076084" cy="3416320"/>
          </a:xfrm>
          <a:prstGeom prst="rect">
            <a:avLst/>
          </a:prstGeom>
          <a:noFill/>
        </p:spPr>
        <p:txBody>
          <a:bodyPr wrap="square">
            <a:spAutoFit/>
          </a:bodyPr>
          <a:lstStyle/>
          <a:p>
            <a:r>
              <a:rPr lang="es-ES" dirty="0" err="1"/>
              <a:t>ImpliedStripes_SingleSolid</a:t>
            </a:r>
            <a:r>
              <a:rPr lang="es-ES" dirty="0"/>
              <a:t>, 0.5*[1 1 1], 5, 0</a:t>
            </a:r>
          </a:p>
          <a:p>
            <a:r>
              <a:rPr lang="es-ES" dirty="0" err="1"/>
              <a:t>ImpliedStripes_SingleDashed</a:t>
            </a:r>
            <a:r>
              <a:rPr lang="es-ES" dirty="0"/>
              <a:t>, 0.5*[1 1 1], 5, 0</a:t>
            </a:r>
          </a:p>
          <a:p>
            <a:r>
              <a:rPr lang="es-ES" dirty="0" err="1"/>
              <a:t>ImpliedStripes_SingleDotted</a:t>
            </a:r>
            <a:r>
              <a:rPr lang="es-ES" dirty="0"/>
              <a:t>, 0.5*[1 1 1], 5, 0</a:t>
            </a:r>
          </a:p>
          <a:p>
            <a:r>
              <a:rPr lang="es-ES" dirty="0" err="1"/>
              <a:t>ImpliedStripes_DoubleSolidLeftSide</a:t>
            </a:r>
            <a:r>
              <a:rPr lang="es-ES" dirty="0"/>
              <a:t>, 0.5*[1 1 1], 5, 0</a:t>
            </a:r>
          </a:p>
          <a:p>
            <a:r>
              <a:rPr lang="es-ES" dirty="0" err="1"/>
              <a:t>ImpliedStripes_DoubleSolidRightSide</a:t>
            </a:r>
            <a:r>
              <a:rPr lang="es-ES" dirty="0"/>
              <a:t>, 0.5*[1 1 1], 5, 0 </a:t>
            </a:r>
          </a:p>
          <a:p>
            <a:r>
              <a:rPr lang="es-ES" dirty="0" err="1"/>
              <a:t>ImpliedStripes_DoubleDashedLeftSide</a:t>
            </a:r>
            <a:r>
              <a:rPr lang="es-ES" dirty="0"/>
              <a:t>, 0.5*[1 1 1], 5, 0</a:t>
            </a:r>
          </a:p>
          <a:p>
            <a:r>
              <a:rPr lang="es-ES" dirty="0" err="1"/>
              <a:t>ImpliedStripes_DoubleDashedRightSide</a:t>
            </a:r>
            <a:r>
              <a:rPr lang="es-ES" dirty="0"/>
              <a:t>, 0.5*[1 1 1], 5, 0</a:t>
            </a:r>
          </a:p>
          <a:p>
            <a:r>
              <a:rPr lang="es-ES" dirty="0" err="1"/>
              <a:t>ImpliedStripes_SolidParkingMarkLeftAndRight</a:t>
            </a:r>
            <a:r>
              <a:rPr lang="es-ES" dirty="0"/>
              <a:t>, 0.5*[1 1 1], 5, 0</a:t>
            </a:r>
          </a:p>
          <a:p>
            <a:r>
              <a:rPr lang="es-ES" dirty="0" err="1"/>
              <a:t>ImpliedStripes_SolidParkingMarkLeft</a:t>
            </a:r>
            <a:r>
              <a:rPr lang="es-ES" dirty="0"/>
              <a:t>, 0.5*[1 1 1], 5, 0</a:t>
            </a:r>
          </a:p>
          <a:p>
            <a:r>
              <a:rPr lang="es-ES" dirty="0" err="1"/>
              <a:t>ImpliedStripes_SolidParkingMarkRight</a:t>
            </a:r>
            <a:r>
              <a:rPr lang="es-ES" dirty="0"/>
              <a:t>, 0.5*[1 1 1], 5, 0</a:t>
            </a:r>
          </a:p>
          <a:p>
            <a:r>
              <a:rPr lang="es-ES" dirty="0" err="1"/>
              <a:t>ImpliedStripes_SolidParkingAisleCap</a:t>
            </a:r>
            <a:r>
              <a:rPr lang="es-ES" dirty="0"/>
              <a:t>, 0.5*[1 1 1], 5, 0</a:t>
            </a:r>
          </a:p>
          <a:p>
            <a:r>
              <a:rPr lang="es-ES" dirty="0" err="1"/>
              <a:t>ImpliedStripes_SolidParkingHeadInBoundary</a:t>
            </a:r>
            <a:r>
              <a:rPr lang="es-ES" dirty="0"/>
              <a:t>, 0.5*[1 1 1], 5, 0</a:t>
            </a:r>
          </a:p>
        </p:txBody>
      </p:sp>
      <p:sp>
        <p:nvSpPr>
          <p:cNvPr id="11" name="CuadroTexto 10">
            <a:extLst>
              <a:ext uri="{FF2B5EF4-FFF2-40B4-BE49-F238E27FC236}">
                <a16:creationId xmlns:a16="http://schemas.microsoft.com/office/drawing/2014/main" id="{C043F42B-0567-7596-0C8D-C8366E826729}"/>
              </a:ext>
            </a:extLst>
          </p:cNvPr>
          <p:cNvSpPr txBox="1"/>
          <p:nvPr/>
        </p:nvSpPr>
        <p:spPr>
          <a:xfrm>
            <a:off x="6567055" y="2926681"/>
            <a:ext cx="5330536" cy="2862322"/>
          </a:xfrm>
          <a:prstGeom prst="rect">
            <a:avLst/>
          </a:prstGeom>
          <a:noFill/>
        </p:spPr>
        <p:txBody>
          <a:bodyPr wrap="square">
            <a:spAutoFit/>
          </a:bodyPr>
          <a:lstStyle/>
          <a:p>
            <a:r>
              <a:rPr lang="es-ES" dirty="0" err="1"/>
              <a:t>ImpliedStripes_ZigZag</a:t>
            </a:r>
            <a:r>
              <a:rPr lang="es-ES" dirty="0"/>
              <a:t>, 0.5*[1 1 1], 5, 0</a:t>
            </a:r>
          </a:p>
          <a:p>
            <a:r>
              <a:rPr lang="es-ES" dirty="0" err="1"/>
              <a:t>ImpliedStripes_SolidHorizontal</a:t>
            </a:r>
            <a:r>
              <a:rPr lang="es-ES" dirty="0"/>
              <a:t>, 0.5*[1 1 1], 5, 0</a:t>
            </a:r>
          </a:p>
          <a:p>
            <a:r>
              <a:rPr lang="es-ES" dirty="0" err="1"/>
              <a:t>ImpliedStripes_DashedHorizontal</a:t>
            </a:r>
            <a:r>
              <a:rPr lang="es-ES" dirty="0"/>
              <a:t>, 0.5*[1 1 1], 5, 0</a:t>
            </a:r>
          </a:p>
          <a:p>
            <a:r>
              <a:rPr lang="es-ES" dirty="0" err="1"/>
              <a:t>ImpliedStripes_StripedLines</a:t>
            </a:r>
            <a:r>
              <a:rPr lang="es-ES" dirty="0"/>
              <a:t>, 0.5*[1 1 1], 5, 0</a:t>
            </a:r>
          </a:p>
          <a:p>
            <a:r>
              <a:rPr lang="es-ES" dirty="0" err="1"/>
              <a:t>ImpliedStripes_SpeedBumpMarking</a:t>
            </a:r>
            <a:r>
              <a:rPr lang="es-ES" dirty="0"/>
              <a:t>, 0.5*[1 1 1], 5, 0</a:t>
            </a:r>
          </a:p>
          <a:p>
            <a:r>
              <a:rPr lang="es-ES" dirty="0" err="1"/>
              <a:t>ImpliedStripes_SpeedHumpMarking</a:t>
            </a:r>
            <a:r>
              <a:rPr lang="es-ES" dirty="0"/>
              <a:t>, 0.5*[1 1 1], 5, 0</a:t>
            </a:r>
          </a:p>
          <a:p>
            <a:r>
              <a:rPr lang="es-ES" dirty="0" err="1"/>
              <a:t>ImpliedStripes_BoxJunctionCrissCross</a:t>
            </a:r>
            <a:r>
              <a:rPr lang="es-ES" dirty="0"/>
              <a:t>, 0.5*[1 1 1], 5, 0</a:t>
            </a:r>
          </a:p>
          <a:p>
            <a:r>
              <a:rPr lang="es-ES" dirty="0" err="1"/>
              <a:t>ImpliedStripes_TrafficIslandInfill</a:t>
            </a:r>
            <a:r>
              <a:rPr lang="es-ES" dirty="0"/>
              <a:t>, 0.5*[1 1 1], 5, 0</a:t>
            </a:r>
          </a:p>
          <a:p>
            <a:r>
              <a:rPr lang="es-ES" dirty="0" err="1"/>
              <a:t>ImpliedStripes_Curb</a:t>
            </a:r>
            <a:r>
              <a:rPr lang="es-ES" dirty="0"/>
              <a:t>, 0.5*[1 1 1], 5, 0</a:t>
            </a:r>
          </a:p>
          <a:p>
            <a:r>
              <a:rPr lang="es-ES" dirty="0" err="1"/>
              <a:t>ImpliedStripes_CartCorral</a:t>
            </a:r>
            <a:r>
              <a:rPr lang="es-ES" dirty="0"/>
              <a:t>, 0.5*[1 1 1], 5, 0</a:t>
            </a:r>
          </a:p>
        </p:txBody>
      </p:sp>
    </p:spTree>
    <p:extLst>
      <p:ext uri="{BB962C8B-B14F-4D97-AF65-F5344CB8AC3E}">
        <p14:creationId xmlns:p14="http://schemas.microsoft.com/office/powerpoint/2010/main" val="4133985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39609-165C-C43D-9942-283DDE15E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D370B-AEFE-9785-077F-952A8BA30B74}"/>
              </a:ext>
            </a:extLst>
          </p:cNvPr>
          <p:cNvSpPr>
            <a:spLocks noGrp="1"/>
          </p:cNvSpPr>
          <p:nvPr>
            <p:ph type="ctrTitle"/>
          </p:nvPr>
        </p:nvSpPr>
        <p:spPr/>
        <p:txBody>
          <a:bodyPr>
            <a:normAutofit/>
          </a:bodyPr>
          <a:lstStyle/>
          <a:p>
            <a:r>
              <a:rPr lang="en-US" dirty="0"/>
              <a:t>Documentation of Items Within “</a:t>
            </a:r>
            <a:r>
              <a:rPr lang="en-US" dirty="0" err="1"/>
              <a:t>PaintedStripesBlue</a:t>
            </a:r>
            <a:r>
              <a:rPr lang="en-US" dirty="0"/>
              <a:t>”</a:t>
            </a:r>
          </a:p>
        </p:txBody>
      </p:sp>
      <p:sp>
        <p:nvSpPr>
          <p:cNvPr id="4" name="Subtitle 3">
            <a:extLst>
              <a:ext uri="{FF2B5EF4-FFF2-40B4-BE49-F238E27FC236}">
                <a16:creationId xmlns:a16="http://schemas.microsoft.com/office/drawing/2014/main" id="{073035CD-8DA8-A4EB-6753-350EBDE37B43}"/>
              </a:ext>
            </a:extLst>
          </p:cNvPr>
          <p:cNvSpPr>
            <a:spLocks noGrp="1"/>
          </p:cNvSpPr>
          <p:nvPr>
            <p:ph type="subTitle" idx="1"/>
          </p:nvPr>
        </p:nvSpPr>
        <p:spPr/>
        <p:txBody>
          <a:bodyPr/>
          <a:lstStyle/>
          <a:p>
            <a:r>
              <a:rPr lang="en-US" dirty="0"/>
              <a:t>Updated 2026-03-17 by S. Brennan and J. Rodriguez</a:t>
            </a:r>
          </a:p>
          <a:p>
            <a:endParaRPr lang="en-US" dirty="0"/>
          </a:p>
        </p:txBody>
      </p:sp>
    </p:spTree>
    <p:extLst>
      <p:ext uri="{BB962C8B-B14F-4D97-AF65-F5344CB8AC3E}">
        <p14:creationId xmlns:p14="http://schemas.microsoft.com/office/powerpoint/2010/main" val="864997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760BD-1222-E123-1879-BF6ABFB4B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57906-7D61-9D17-6B30-C036B7616EFE}"/>
              </a:ext>
            </a:extLst>
          </p:cNvPr>
          <p:cNvSpPr>
            <a:spLocks noGrp="1"/>
          </p:cNvSpPr>
          <p:nvPr>
            <p:ph type="title"/>
          </p:nvPr>
        </p:nvSpPr>
        <p:spPr/>
        <p:txBody>
          <a:bodyPr/>
          <a:lstStyle/>
          <a:p>
            <a:r>
              <a:rPr lang="en-US" dirty="0"/>
              <a:t>Here’s a visual example of blue painted stripes</a:t>
            </a:r>
          </a:p>
        </p:txBody>
      </p:sp>
      <p:sp>
        <p:nvSpPr>
          <p:cNvPr id="3" name="Content Placeholder 2">
            <a:extLst>
              <a:ext uri="{FF2B5EF4-FFF2-40B4-BE49-F238E27FC236}">
                <a16:creationId xmlns:a16="http://schemas.microsoft.com/office/drawing/2014/main" id="{157BD365-B220-1BDE-87FE-80A102EC9449}"/>
              </a:ext>
            </a:extLst>
          </p:cNvPr>
          <p:cNvSpPr>
            <a:spLocks noGrp="1"/>
          </p:cNvSpPr>
          <p:nvPr>
            <p:ph idx="1"/>
          </p:nvPr>
        </p:nvSpPr>
        <p:spPr>
          <a:xfrm>
            <a:off x="838200" y="1825625"/>
            <a:ext cx="3950368" cy="4351338"/>
          </a:xfrm>
        </p:spPr>
        <p:txBody>
          <a:bodyPr/>
          <a:lstStyle/>
          <a:p>
            <a:endParaRPr lang="en-US" dirty="0"/>
          </a:p>
        </p:txBody>
      </p:sp>
      <p:pic>
        <p:nvPicPr>
          <p:cNvPr id="3074" name="Picture 2" descr="Blue line points way to Fort Leonard Wood graduations | Article | The  United States Army">
            <a:extLst>
              <a:ext uri="{FF2B5EF4-FFF2-40B4-BE49-F238E27FC236}">
                <a16:creationId xmlns:a16="http://schemas.microsoft.com/office/drawing/2014/main" id="{483F7039-51E5-B628-901A-C5DF1E5973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3434" y="1901535"/>
            <a:ext cx="3231096" cy="3710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211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67882-2F72-CD43-D3DF-2386A1E00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A52A9-D159-3B02-4207-6BF7944588AB}"/>
              </a:ext>
            </a:extLst>
          </p:cNvPr>
          <p:cNvSpPr>
            <a:spLocks noGrp="1"/>
          </p:cNvSpPr>
          <p:nvPr>
            <p:ph type="title"/>
          </p:nvPr>
        </p:nvSpPr>
        <p:spPr/>
        <p:txBody>
          <a:bodyPr/>
          <a:lstStyle/>
          <a:p>
            <a:r>
              <a:rPr lang="en-US" dirty="0"/>
              <a:t>Here are images that show all items within the </a:t>
            </a:r>
            <a:r>
              <a:rPr lang="en-US" dirty="0" err="1"/>
              <a:t>PaintedStripesBlue</a:t>
            </a:r>
            <a:r>
              <a:rPr lang="en-US" dirty="0"/>
              <a:t> category</a:t>
            </a:r>
          </a:p>
        </p:txBody>
      </p:sp>
      <p:sp>
        <p:nvSpPr>
          <p:cNvPr id="4" name="CuadroTexto 3">
            <a:extLst>
              <a:ext uri="{FF2B5EF4-FFF2-40B4-BE49-F238E27FC236}">
                <a16:creationId xmlns:a16="http://schemas.microsoft.com/office/drawing/2014/main" id="{380AD7E4-8FA3-8B20-A614-1F48DE7851B0}"/>
              </a:ext>
            </a:extLst>
          </p:cNvPr>
          <p:cNvSpPr txBox="1"/>
          <p:nvPr/>
        </p:nvSpPr>
        <p:spPr>
          <a:xfrm>
            <a:off x="168852" y="2333903"/>
            <a:ext cx="6094268" cy="1200329"/>
          </a:xfrm>
          <a:prstGeom prst="rect">
            <a:avLst/>
          </a:prstGeom>
          <a:noFill/>
        </p:spPr>
        <p:txBody>
          <a:bodyPr wrap="square">
            <a:spAutoFit/>
          </a:bodyPr>
          <a:lstStyle/>
          <a:p>
            <a:r>
              <a:rPr lang="es-ES" dirty="0" err="1"/>
              <a:t>PaintedStripesBlue_SingleSolid</a:t>
            </a:r>
            <a:r>
              <a:rPr lang="es-ES" dirty="0"/>
              <a:t>, [0 0 1], 5, 0</a:t>
            </a:r>
          </a:p>
          <a:p>
            <a:r>
              <a:rPr lang="es-ES" dirty="0" err="1"/>
              <a:t>PaintedStripesBlue_SingleDashed</a:t>
            </a:r>
            <a:r>
              <a:rPr lang="es-ES" dirty="0"/>
              <a:t>, [0 0 1], 5, 0</a:t>
            </a:r>
          </a:p>
          <a:p>
            <a:r>
              <a:rPr lang="es-ES" dirty="0" err="1"/>
              <a:t>PaintedStripesBlue_SingleDotted</a:t>
            </a:r>
            <a:r>
              <a:rPr lang="es-ES" dirty="0"/>
              <a:t>, [0 0 1], 5, 0</a:t>
            </a:r>
          </a:p>
          <a:p>
            <a:endParaRPr lang="es-ES" dirty="0"/>
          </a:p>
        </p:txBody>
      </p:sp>
    </p:spTree>
    <p:extLst>
      <p:ext uri="{BB962C8B-B14F-4D97-AF65-F5344CB8AC3E}">
        <p14:creationId xmlns:p14="http://schemas.microsoft.com/office/powerpoint/2010/main" val="1842109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7B9BF-CBB2-C881-D8FA-031F29DD32C0}"/>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8F64E9D7-58A8-A232-8E0F-83CEB341F24C}"/>
              </a:ext>
            </a:extLst>
          </p:cNvPr>
          <p:cNvSpPr txBox="1"/>
          <p:nvPr/>
        </p:nvSpPr>
        <p:spPr>
          <a:xfrm>
            <a:off x="4761634" y="4660798"/>
            <a:ext cx="6094268" cy="1477328"/>
          </a:xfrm>
          <a:prstGeom prst="rect">
            <a:avLst/>
          </a:prstGeom>
          <a:noFill/>
        </p:spPr>
        <p:txBody>
          <a:bodyPr wrap="square">
            <a:spAutoFit/>
          </a:bodyPr>
          <a:lstStyle/>
          <a:p>
            <a:r>
              <a:rPr lang="es-ES" sz="1800" dirty="0" err="1"/>
              <a:t>PaintedStripesBlue_SolidParkingMarkLeftAndRight</a:t>
            </a:r>
            <a:r>
              <a:rPr lang="es-ES" sz="1800" dirty="0"/>
              <a:t>, [0 0 1], 5, 0</a:t>
            </a:r>
          </a:p>
          <a:p>
            <a:r>
              <a:rPr lang="es-ES" sz="1800" dirty="0" err="1"/>
              <a:t>PaintedStripesBlue_SolidParkingMarkLeft</a:t>
            </a:r>
            <a:r>
              <a:rPr lang="es-ES" sz="1800" dirty="0"/>
              <a:t>, [0 0 1], 5, 0</a:t>
            </a:r>
          </a:p>
          <a:p>
            <a:r>
              <a:rPr lang="es-ES" sz="1800" dirty="0" err="1"/>
              <a:t>PaintedStripesBlue_SolidParkingMarkRight</a:t>
            </a:r>
            <a:r>
              <a:rPr lang="es-ES" sz="1800" dirty="0"/>
              <a:t>, [0 0 1], 5, 0</a:t>
            </a:r>
          </a:p>
          <a:p>
            <a:r>
              <a:rPr lang="es-ES" sz="1800" dirty="0" err="1"/>
              <a:t>PaintedStripesBlue_SolidParkingAisleCap</a:t>
            </a:r>
            <a:r>
              <a:rPr lang="es-ES" sz="1800" dirty="0"/>
              <a:t>, [0 0 1], 5, 0</a:t>
            </a:r>
          </a:p>
          <a:p>
            <a:r>
              <a:rPr lang="es-ES" sz="1800" dirty="0" err="1"/>
              <a:t>PaintedStripesBlue_SolidParkingHeadInBoundary</a:t>
            </a:r>
            <a:r>
              <a:rPr lang="es-ES" sz="1800" dirty="0"/>
              <a:t>, [0 0 1], 5, 0</a:t>
            </a:r>
          </a:p>
        </p:txBody>
      </p:sp>
      <p:pic>
        <p:nvPicPr>
          <p:cNvPr id="5122" name="Picture 2" descr="Pavement Marking - SouthEast Pavement Inc.">
            <a:extLst>
              <a:ext uri="{FF2B5EF4-FFF2-40B4-BE49-F238E27FC236}">
                <a16:creationId xmlns:a16="http://schemas.microsoft.com/office/drawing/2014/main" id="{C7C7F99F-90CA-55CA-CB66-54D4CF7E8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4083626" cy="5444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9968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15D87-142D-84CB-D6CA-7F0E09409ACF}"/>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34D2E1A-BE05-7B84-FF5A-50F6F6AF1474}"/>
              </a:ext>
            </a:extLst>
          </p:cNvPr>
          <p:cNvSpPr txBox="1"/>
          <p:nvPr/>
        </p:nvSpPr>
        <p:spPr>
          <a:xfrm>
            <a:off x="5031706" y="3807374"/>
            <a:ext cx="5868358" cy="646331"/>
          </a:xfrm>
          <a:prstGeom prst="rect">
            <a:avLst/>
          </a:prstGeom>
          <a:noFill/>
        </p:spPr>
        <p:txBody>
          <a:bodyPr wrap="square">
            <a:spAutoFit/>
          </a:bodyPr>
          <a:lstStyle/>
          <a:p>
            <a:r>
              <a:rPr lang="es-ES" dirty="0" err="1"/>
              <a:t>PaintedStripesBlue_TrafficIslandInfill</a:t>
            </a:r>
            <a:r>
              <a:rPr lang="es-ES" dirty="0"/>
              <a:t>, [0 0 1], 5, 0</a:t>
            </a:r>
          </a:p>
          <a:p>
            <a:r>
              <a:rPr lang="es-ES" dirty="0" err="1"/>
              <a:t>PaintedStripesBlue_CartCorral</a:t>
            </a:r>
            <a:r>
              <a:rPr lang="es-ES" dirty="0"/>
              <a:t>, [0 0 1], 5, 0</a:t>
            </a:r>
          </a:p>
        </p:txBody>
      </p:sp>
      <p:pic>
        <p:nvPicPr>
          <p:cNvPr id="4100" name="Picture 4" descr="What Are The Blue Cross-hatched Stripes Next To Disabled Parking Spots? -  Dr. Handicap">
            <a:extLst>
              <a:ext uri="{FF2B5EF4-FFF2-40B4-BE49-F238E27FC236}">
                <a16:creationId xmlns:a16="http://schemas.microsoft.com/office/drawing/2014/main" id="{6D335861-E40F-86F0-9F57-B9F5347636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81" t="25185" r="6853" b="25000"/>
          <a:stretch>
            <a:fillRect/>
          </a:stretch>
        </p:blipFill>
        <p:spPr bwMode="auto">
          <a:xfrm>
            <a:off x="592282" y="15778"/>
            <a:ext cx="2914007" cy="179749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BBEA0E10-9651-1463-6713-343CC786AA82}"/>
              </a:ext>
            </a:extLst>
          </p:cNvPr>
          <p:cNvSpPr txBox="1"/>
          <p:nvPr/>
        </p:nvSpPr>
        <p:spPr>
          <a:xfrm>
            <a:off x="875432" y="1808018"/>
            <a:ext cx="2200275" cy="369332"/>
          </a:xfrm>
          <a:prstGeom prst="rect">
            <a:avLst/>
          </a:prstGeom>
          <a:noFill/>
        </p:spPr>
        <p:txBody>
          <a:bodyPr wrap="square">
            <a:spAutoFit/>
          </a:bodyPr>
          <a:lstStyle/>
          <a:p>
            <a:r>
              <a:rPr lang="es-ES" dirty="0" err="1"/>
              <a:t>HandicappedParking</a:t>
            </a:r>
            <a:endParaRPr lang="es-ES" dirty="0"/>
          </a:p>
        </p:txBody>
      </p:sp>
      <p:pic>
        <p:nvPicPr>
          <p:cNvPr id="4102" name="Picture 6" descr="8' ADA Crosshatch with 12&quot; No Parking symbol used to split two adjacent ADA  parking stalls">
            <a:extLst>
              <a:ext uri="{FF2B5EF4-FFF2-40B4-BE49-F238E27FC236}">
                <a16:creationId xmlns:a16="http://schemas.microsoft.com/office/drawing/2014/main" id="{4351B7AE-C429-5FCD-D86A-FB8F3B4B5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683" y="0"/>
            <a:ext cx="2410690" cy="1808018"/>
          </a:xfrm>
          <a:prstGeom prst="rect">
            <a:avLst/>
          </a:prstGeom>
          <a:noFill/>
          <a:extLst>
            <a:ext uri="{909E8E84-426E-40DD-AFC4-6F175D3DCCD1}">
              <a14:hiddenFill xmlns:a14="http://schemas.microsoft.com/office/drawing/2010/main">
                <a:solidFill>
                  <a:srgbClr val="FFFFFF"/>
                </a:solidFill>
              </a14:hiddenFill>
            </a:ext>
          </a:extLst>
        </p:spPr>
      </p:pic>
      <p:sp>
        <p:nvSpPr>
          <p:cNvPr id="11" name="CuadroTexto 10">
            <a:extLst>
              <a:ext uri="{FF2B5EF4-FFF2-40B4-BE49-F238E27FC236}">
                <a16:creationId xmlns:a16="http://schemas.microsoft.com/office/drawing/2014/main" id="{E00B0047-FA95-91EF-4AB9-9DC8613AD7AC}"/>
              </a:ext>
            </a:extLst>
          </p:cNvPr>
          <p:cNvSpPr txBox="1"/>
          <p:nvPr/>
        </p:nvSpPr>
        <p:spPr>
          <a:xfrm>
            <a:off x="4422631" y="1787789"/>
            <a:ext cx="1150793" cy="369332"/>
          </a:xfrm>
          <a:prstGeom prst="rect">
            <a:avLst/>
          </a:prstGeom>
          <a:noFill/>
        </p:spPr>
        <p:txBody>
          <a:bodyPr wrap="square">
            <a:spAutoFit/>
          </a:bodyPr>
          <a:lstStyle/>
          <a:p>
            <a:r>
              <a:rPr lang="es-ES" dirty="0" err="1"/>
              <a:t>NoParking</a:t>
            </a:r>
            <a:endParaRPr lang="es-ES" dirty="0"/>
          </a:p>
        </p:txBody>
      </p:sp>
      <p:pic>
        <p:nvPicPr>
          <p:cNvPr id="4104" name="Picture 8" descr="Laval suspends plan to paint curbs blue and white to get drivers to slow  down | CBC News">
            <a:extLst>
              <a:ext uri="{FF2B5EF4-FFF2-40B4-BE49-F238E27FC236}">
                <a16:creationId xmlns:a16="http://schemas.microsoft.com/office/drawing/2014/main" id="{A218B13C-359A-107B-CFA3-2C3AAB4B40E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5437"/>
          <a:stretch>
            <a:fillRect/>
          </a:stretch>
        </p:blipFill>
        <p:spPr bwMode="auto">
          <a:xfrm>
            <a:off x="6489767" y="13619"/>
            <a:ext cx="2396662" cy="1808018"/>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18658726-0E78-F460-B073-CB2FBF878837}"/>
              </a:ext>
            </a:extLst>
          </p:cNvPr>
          <p:cNvSpPr txBox="1"/>
          <p:nvPr/>
        </p:nvSpPr>
        <p:spPr>
          <a:xfrm>
            <a:off x="7336106" y="1780073"/>
            <a:ext cx="703984" cy="369332"/>
          </a:xfrm>
          <a:prstGeom prst="rect">
            <a:avLst/>
          </a:prstGeom>
          <a:noFill/>
        </p:spPr>
        <p:txBody>
          <a:bodyPr wrap="square">
            <a:spAutoFit/>
          </a:bodyPr>
          <a:lstStyle/>
          <a:p>
            <a:r>
              <a:rPr lang="es-ES" dirty="0" err="1"/>
              <a:t>Curb</a:t>
            </a:r>
            <a:endParaRPr lang="es-ES" dirty="0"/>
          </a:p>
        </p:txBody>
      </p:sp>
      <p:pic>
        <p:nvPicPr>
          <p:cNvPr id="4106" name="Picture 10" descr="Thermoplastic vs. MMA Paint for Pavement Marking">
            <a:extLst>
              <a:ext uri="{FF2B5EF4-FFF2-40B4-BE49-F238E27FC236}">
                <a16:creationId xmlns:a16="http://schemas.microsoft.com/office/drawing/2014/main" id="{FF2CF780-F762-DF65-8947-425C562C23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2823" y="0"/>
            <a:ext cx="2396663" cy="1812353"/>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C76EA796-6F9F-988E-09F1-E32BE4C13D3E}"/>
              </a:ext>
            </a:extLst>
          </p:cNvPr>
          <p:cNvSpPr txBox="1"/>
          <p:nvPr/>
        </p:nvSpPr>
        <p:spPr>
          <a:xfrm>
            <a:off x="9338557" y="1821637"/>
            <a:ext cx="2065193" cy="369332"/>
          </a:xfrm>
          <a:prstGeom prst="rect">
            <a:avLst/>
          </a:prstGeom>
          <a:noFill/>
        </p:spPr>
        <p:txBody>
          <a:bodyPr wrap="square">
            <a:spAutoFit/>
          </a:bodyPr>
          <a:lstStyle/>
          <a:p>
            <a:r>
              <a:rPr lang="es-ES" dirty="0" err="1"/>
              <a:t>PedestrianWalkway</a:t>
            </a:r>
            <a:endParaRPr lang="es-ES" dirty="0"/>
          </a:p>
        </p:txBody>
      </p:sp>
      <p:pic>
        <p:nvPicPr>
          <p:cNvPr id="4108" name="Picture 12" descr="Painting Stripes Road: Over 16,688 Royalty-Free Licensable Stock Photos |  Shutterstock">
            <a:extLst>
              <a:ext uri="{FF2B5EF4-FFF2-40B4-BE49-F238E27FC236}">
                <a16:creationId xmlns:a16="http://schemas.microsoft.com/office/drawing/2014/main" id="{6E7486DD-841E-23AA-5653-851C1EF3AB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282" y="2382946"/>
            <a:ext cx="2914007" cy="2092108"/>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EABE0320-844A-14E0-F28C-0D1F763FBD1B}"/>
              </a:ext>
            </a:extLst>
          </p:cNvPr>
          <p:cNvSpPr txBox="1"/>
          <p:nvPr/>
        </p:nvSpPr>
        <p:spPr>
          <a:xfrm>
            <a:off x="1291936" y="4495984"/>
            <a:ext cx="1375497" cy="369332"/>
          </a:xfrm>
          <a:prstGeom prst="rect">
            <a:avLst/>
          </a:prstGeom>
          <a:noFill/>
        </p:spPr>
        <p:txBody>
          <a:bodyPr wrap="square">
            <a:spAutoFit/>
          </a:bodyPr>
          <a:lstStyle/>
          <a:p>
            <a:r>
              <a:rPr lang="es-ES" dirty="0" err="1"/>
              <a:t>StripedLines</a:t>
            </a:r>
            <a:endParaRPr lang="es-ES" dirty="0"/>
          </a:p>
        </p:txBody>
      </p:sp>
    </p:spTree>
    <p:extLst>
      <p:ext uri="{BB962C8B-B14F-4D97-AF65-F5344CB8AC3E}">
        <p14:creationId xmlns:p14="http://schemas.microsoft.com/office/powerpoint/2010/main" val="702734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10F88-F4FE-B1E6-92E9-062EB79DA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A28ECA-273E-BA8E-1CCD-C398CE75BF50}"/>
              </a:ext>
            </a:extLst>
          </p:cNvPr>
          <p:cNvSpPr>
            <a:spLocks noGrp="1"/>
          </p:cNvSpPr>
          <p:nvPr>
            <p:ph type="ctrTitle"/>
          </p:nvPr>
        </p:nvSpPr>
        <p:spPr/>
        <p:txBody>
          <a:bodyPr>
            <a:normAutofit fontScale="90000"/>
          </a:bodyPr>
          <a:lstStyle/>
          <a:p>
            <a:r>
              <a:rPr lang="en-US" dirty="0"/>
              <a:t>Documentation of Items Within “</a:t>
            </a:r>
            <a:r>
              <a:rPr lang="en-US" dirty="0" err="1"/>
              <a:t>PaintedStripesGreen</a:t>
            </a:r>
            <a:r>
              <a:rPr lang="en-US" dirty="0"/>
              <a:t>”</a:t>
            </a:r>
          </a:p>
        </p:txBody>
      </p:sp>
      <p:sp>
        <p:nvSpPr>
          <p:cNvPr id="4" name="Subtitle 3">
            <a:extLst>
              <a:ext uri="{FF2B5EF4-FFF2-40B4-BE49-F238E27FC236}">
                <a16:creationId xmlns:a16="http://schemas.microsoft.com/office/drawing/2014/main" id="{D46572BE-AF10-76D3-616C-F585FF9B2477}"/>
              </a:ext>
            </a:extLst>
          </p:cNvPr>
          <p:cNvSpPr>
            <a:spLocks noGrp="1"/>
          </p:cNvSpPr>
          <p:nvPr>
            <p:ph type="subTitle" idx="1"/>
          </p:nvPr>
        </p:nvSpPr>
        <p:spPr/>
        <p:txBody>
          <a:bodyPr/>
          <a:lstStyle/>
          <a:p>
            <a:r>
              <a:rPr lang="en-US" dirty="0"/>
              <a:t>Updated 2026-03-17 by S. Brennan and J. Rodriguez</a:t>
            </a:r>
          </a:p>
          <a:p>
            <a:endParaRPr lang="en-US" dirty="0"/>
          </a:p>
        </p:txBody>
      </p:sp>
    </p:spTree>
    <p:extLst>
      <p:ext uri="{BB962C8B-B14F-4D97-AF65-F5344CB8AC3E}">
        <p14:creationId xmlns:p14="http://schemas.microsoft.com/office/powerpoint/2010/main" val="1053945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C1D45-F71E-DCE3-DB9D-7C063442F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E8C76-1E8C-9741-8B5B-38215438F79F}"/>
              </a:ext>
            </a:extLst>
          </p:cNvPr>
          <p:cNvSpPr>
            <a:spLocks noGrp="1"/>
          </p:cNvSpPr>
          <p:nvPr>
            <p:ph type="title"/>
          </p:nvPr>
        </p:nvSpPr>
        <p:spPr/>
        <p:txBody>
          <a:bodyPr/>
          <a:lstStyle/>
          <a:p>
            <a:r>
              <a:rPr lang="en-US" dirty="0"/>
              <a:t>Here are images that show all items within the </a:t>
            </a:r>
            <a:r>
              <a:rPr lang="en-US" dirty="0" err="1"/>
              <a:t>PaintedStripesGreen</a:t>
            </a:r>
            <a:r>
              <a:rPr lang="en-US" dirty="0"/>
              <a:t> category</a:t>
            </a:r>
          </a:p>
        </p:txBody>
      </p:sp>
      <p:sp>
        <p:nvSpPr>
          <p:cNvPr id="6" name="TextBox 5">
            <a:extLst>
              <a:ext uri="{FF2B5EF4-FFF2-40B4-BE49-F238E27FC236}">
                <a16:creationId xmlns:a16="http://schemas.microsoft.com/office/drawing/2014/main" id="{5F01860D-7543-1CFB-EEEC-FDEE0CBABAEA}"/>
              </a:ext>
            </a:extLst>
          </p:cNvPr>
          <p:cNvSpPr txBox="1"/>
          <p:nvPr/>
        </p:nvSpPr>
        <p:spPr>
          <a:xfrm>
            <a:off x="5258127" y="6092370"/>
            <a:ext cx="1325748" cy="369332"/>
          </a:xfrm>
          <a:prstGeom prst="rect">
            <a:avLst/>
          </a:prstGeom>
          <a:noFill/>
        </p:spPr>
        <p:txBody>
          <a:bodyPr wrap="none" rtlCol="0">
            <a:spAutoFit/>
          </a:bodyPr>
          <a:lstStyle/>
          <a:p>
            <a:r>
              <a:rPr lang="en-US" dirty="0"/>
              <a:t>Cycling path</a:t>
            </a:r>
          </a:p>
        </p:txBody>
      </p:sp>
      <p:pic>
        <p:nvPicPr>
          <p:cNvPr id="1026" name="Picture 2" descr="Color-Safe® Bike Lanes | Transpo Industries">
            <a:extLst>
              <a:ext uri="{FF2B5EF4-FFF2-40B4-BE49-F238E27FC236}">
                <a16:creationId xmlns:a16="http://schemas.microsoft.com/office/drawing/2014/main" id="{82ABB065-CD85-4EF5-E086-0ACE2C99D7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5759" y="1830532"/>
            <a:ext cx="4762500" cy="415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6357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425B6-7B3D-F02D-61A8-77C93124A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09CDA-7F36-6969-C936-757AD58F7029}"/>
              </a:ext>
            </a:extLst>
          </p:cNvPr>
          <p:cNvSpPr>
            <a:spLocks noGrp="1"/>
          </p:cNvSpPr>
          <p:nvPr>
            <p:ph type="ctrTitle"/>
          </p:nvPr>
        </p:nvSpPr>
        <p:spPr/>
        <p:txBody>
          <a:bodyPr>
            <a:normAutofit/>
          </a:bodyPr>
          <a:lstStyle/>
          <a:p>
            <a:r>
              <a:rPr lang="en-US" dirty="0"/>
              <a:t>Documentation of Items Within “</a:t>
            </a:r>
            <a:r>
              <a:rPr lang="en-US" dirty="0" err="1"/>
              <a:t>PaintedStripesRed</a:t>
            </a:r>
            <a:r>
              <a:rPr lang="en-US" dirty="0"/>
              <a:t>”</a:t>
            </a:r>
          </a:p>
        </p:txBody>
      </p:sp>
      <p:sp>
        <p:nvSpPr>
          <p:cNvPr id="4" name="Subtitle 3">
            <a:extLst>
              <a:ext uri="{FF2B5EF4-FFF2-40B4-BE49-F238E27FC236}">
                <a16:creationId xmlns:a16="http://schemas.microsoft.com/office/drawing/2014/main" id="{A8728184-C92F-E9A4-6885-5F36DC72478F}"/>
              </a:ext>
            </a:extLst>
          </p:cNvPr>
          <p:cNvSpPr>
            <a:spLocks noGrp="1"/>
          </p:cNvSpPr>
          <p:nvPr>
            <p:ph type="subTitle" idx="1"/>
          </p:nvPr>
        </p:nvSpPr>
        <p:spPr/>
        <p:txBody>
          <a:bodyPr/>
          <a:lstStyle/>
          <a:p>
            <a:r>
              <a:rPr lang="en-US" dirty="0"/>
              <a:t>Updated 2026-03-17 by S. Brennan and J. Rodriguez</a:t>
            </a:r>
          </a:p>
          <a:p>
            <a:endParaRPr lang="en-US" dirty="0"/>
          </a:p>
        </p:txBody>
      </p:sp>
    </p:spTree>
    <p:extLst>
      <p:ext uri="{BB962C8B-B14F-4D97-AF65-F5344CB8AC3E}">
        <p14:creationId xmlns:p14="http://schemas.microsoft.com/office/powerpoint/2010/main" val="3982357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57571-9C11-01D1-0BD2-65907AE4C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2AD6E-2E51-06E4-D2CE-35DF23F1083E}"/>
              </a:ext>
            </a:extLst>
          </p:cNvPr>
          <p:cNvSpPr>
            <a:spLocks noGrp="1"/>
          </p:cNvSpPr>
          <p:nvPr>
            <p:ph type="title"/>
          </p:nvPr>
        </p:nvSpPr>
        <p:spPr/>
        <p:txBody>
          <a:bodyPr/>
          <a:lstStyle/>
          <a:p>
            <a:r>
              <a:rPr lang="en-US" dirty="0"/>
              <a:t>Here are images that show all items within the </a:t>
            </a:r>
            <a:r>
              <a:rPr lang="en-US" dirty="0" err="1"/>
              <a:t>PaintedStripesRed</a:t>
            </a:r>
            <a:r>
              <a:rPr lang="en-US" dirty="0"/>
              <a:t> category</a:t>
            </a:r>
          </a:p>
        </p:txBody>
      </p:sp>
      <p:sp>
        <p:nvSpPr>
          <p:cNvPr id="6" name="TextBox 5">
            <a:extLst>
              <a:ext uri="{FF2B5EF4-FFF2-40B4-BE49-F238E27FC236}">
                <a16:creationId xmlns:a16="http://schemas.microsoft.com/office/drawing/2014/main" id="{44F1400E-FEC7-3B96-B6F4-D15CB7521970}"/>
              </a:ext>
            </a:extLst>
          </p:cNvPr>
          <p:cNvSpPr txBox="1"/>
          <p:nvPr/>
        </p:nvSpPr>
        <p:spPr>
          <a:xfrm>
            <a:off x="1049895" y="3808679"/>
            <a:ext cx="1028423" cy="369332"/>
          </a:xfrm>
          <a:prstGeom prst="rect">
            <a:avLst/>
          </a:prstGeom>
          <a:noFill/>
        </p:spPr>
        <p:txBody>
          <a:bodyPr wrap="none" rtlCol="0">
            <a:spAutoFit/>
          </a:bodyPr>
          <a:lstStyle/>
          <a:p>
            <a:r>
              <a:rPr lang="en-US" dirty="0"/>
              <a:t>Bike lane</a:t>
            </a:r>
          </a:p>
        </p:txBody>
      </p:sp>
      <p:pic>
        <p:nvPicPr>
          <p:cNvPr id="2050" name="Picture 2" descr="12,831 Cycle Lane Markings Royalty-Free Images, Stock Photos &amp; Pictures |  Shutterstock">
            <a:extLst>
              <a:ext uri="{FF2B5EF4-FFF2-40B4-BE49-F238E27FC236}">
                <a16:creationId xmlns:a16="http://schemas.microsoft.com/office/drawing/2014/main" id="{D79F192C-AEFB-456D-3046-759C96BD8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310" y="1778711"/>
            <a:ext cx="2912918" cy="194194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oad Markings: What Do They Mean? - ClickMechanic Blog">
            <a:extLst>
              <a:ext uri="{FF2B5EF4-FFF2-40B4-BE49-F238E27FC236}">
                <a16:creationId xmlns:a16="http://schemas.microsoft.com/office/drawing/2014/main" id="{D3ED1E5C-B9DF-57CB-7CB9-C84285F12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3691" y="1774309"/>
            <a:ext cx="3460173" cy="194634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low road markings hi-res stock photography and images - Alamy">
            <a:extLst>
              <a:ext uri="{FF2B5EF4-FFF2-40B4-BE49-F238E27FC236}">
                <a16:creationId xmlns:a16="http://schemas.microsoft.com/office/drawing/2014/main" id="{EF6C3E0C-D949-6BCD-AE77-DBEF34C3DE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8327" y="1774309"/>
            <a:ext cx="2646491" cy="194634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o hay ninguna descripción de la foto disponible.">
            <a:extLst>
              <a:ext uri="{FF2B5EF4-FFF2-40B4-BE49-F238E27FC236}">
                <a16:creationId xmlns:a16="http://schemas.microsoft.com/office/drawing/2014/main" id="{8D5E93D8-22F7-5E74-EF88-0D20D40FBE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45884" y="1774309"/>
            <a:ext cx="1707108" cy="1946347"/>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What do red lines on the road mean and can I be fined for parking on them?">
            <a:extLst>
              <a:ext uri="{FF2B5EF4-FFF2-40B4-BE49-F238E27FC236}">
                <a16:creationId xmlns:a16="http://schemas.microsoft.com/office/drawing/2014/main" id="{790B9ABF-90C6-EA53-B66A-A5EE80D406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310" y="4466157"/>
            <a:ext cx="2912918" cy="1638516"/>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No hay ninguna descripción de la foto disponible.">
            <a:extLst>
              <a:ext uri="{FF2B5EF4-FFF2-40B4-BE49-F238E27FC236}">
                <a16:creationId xmlns:a16="http://schemas.microsoft.com/office/drawing/2014/main" id="{A7F7730C-F55F-9EEA-A78F-757AD130EB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3691" y="4466157"/>
            <a:ext cx="921665" cy="1638516"/>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PREFORM TCG – Preformed thermoplastic for horizontal road markings -  Metalbac &amp; Farbe">
            <a:extLst>
              <a:ext uri="{FF2B5EF4-FFF2-40B4-BE49-F238E27FC236}">
                <a16:creationId xmlns:a16="http://schemas.microsoft.com/office/drawing/2014/main" id="{749F58B0-3DA0-A99C-300E-99ED8B78A3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46041" y="4486923"/>
            <a:ext cx="2184688" cy="1638516"/>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Red Traffic Paint - 5 Gal - Traffic Marking Paint Red – Davlin Coatings">
            <a:extLst>
              <a:ext uri="{FF2B5EF4-FFF2-40B4-BE49-F238E27FC236}">
                <a16:creationId xmlns:a16="http://schemas.microsoft.com/office/drawing/2014/main" id="{A93DA921-1E22-9944-349C-53240F1DD9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76372" y="4486923"/>
            <a:ext cx="921665" cy="1638516"/>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Road Lining And Marking​ – Mark It Right">
            <a:extLst>
              <a:ext uri="{FF2B5EF4-FFF2-40B4-BE49-F238E27FC236}">
                <a16:creationId xmlns:a16="http://schemas.microsoft.com/office/drawing/2014/main" id="{9D62DD42-AFC0-0418-C6B7-54D245A058C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29424" y="4486923"/>
            <a:ext cx="1232919" cy="164389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5">
            <a:extLst>
              <a:ext uri="{FF2B5EF4-FFF2-40B4-BE49-F238E27FC236}">
                <a16:creationId xmlns:a16="http://schemas.microsoft.com/office/drawing/2014/main" id="{1DFC96EB-A70F-B74B-EDE9-7BE2269256E9}"/>
              </a:ext>
            </a:extLst>
          </p:cNvPr>
          <p:cNvSpPr txBox="1"/>
          <p:nvPr/>
        </p:nvSpPr>
        <p:spPr>
          <a:xfrm>
            <a:off x="4620903" y="3808679"/>
            <a:ext cx="974947" cy="369332"/>
          </a:xfrm>
          <a:prstGeom prst="rect">
            <a:avLst/>
          </a:prstGeom>
          <a:noFill/>
        </p:spPr>
        <p:txBody>
          <a:bodyPr wrap="none" rtlCol="0">
            <a:spAutoFit/>
          </a:bodyPr>
          <a:lstStyle/>
          <a:p>
            <a:r>
              <a:rPr lang="en-US" dirty="0"/>
              <a:t>Bus lane</a:t>
            </a:r>
          </a:p>
        </p:txBody>
      </p:sp>
      <p:sp>
        <p:nvSpPr>
          <p:cNvPr id="4" name="TextBox 5">
            <a:extLst>
              <a:ext uri="{FF2B5EF4-FFF2-40B4-BE49-F238E27FC236}">
                <a16:creationId xmlns:a16="http://schemas.microsoft.com/office/drawing/2014/main" id="{96B00032-9236-C57F-69FA-85ABE7407E7C}"/>
              </a:ext>
            </a:extLst>
          </p:cNvPr>
          <p:cNvSpPr txBox="1"/>
          <p:nvPr/>
        </p:nvSpPr>
        <p:spPr>
          <a:xfrm>
            <a:off x="8058698" y="3857097"/>
            <a:ext cx="1161600" cy="369332"/>
          </a:xfrm>
          <a:prstGeom prst="rect">
            <a:avLst/>
          </a:prstGeom>
          <a:noFill/>
        </p:spPr>
        <p:txBody>
          <a:bodyPr wrap="none" rtlCol="0">
            <a:spAutoFit/>
          </a:bodyPr>
          <a:lstStyle/>
          <a:p>
            <a:r>
              <a:rPr lang="en-US" dirty="0"/>
              <a:t>Slow mark</a:t>
            </a:r>
          </a:p>
        </p:txBody>
      </p:sp>
      <p:sp>
        <p:nvSpPr>
          <p:cNvPr id="5" name="TextBox 5">
            <a:extLst>
              <a:ext uri="{FF2B5EF4-FFF2-40B4-BE49-F238E27FC236}">
                <a16:creationId xmlns:a16="http://schemas.microsoft.com/office/drawing/2014/main" id="{EE49C994-F54B-44B7-4D71-61CE78E70C95}"/>
              </a:ext>
            </a:extLst>
          </p:cNvPr>
          <p:cNvSpPr txBox="1"/>
          <p:nvPr/>
        </p:nvSpPr>
        <p:spPr>
          <a:xfrm>
            <a:off x="10384150" y="3804277"/>
            <a:ext cx="1630575" cy="369332"/>
          </a:xfrm>
          <a:prstGeom prst="rect">
            <a:avLst/>
          </a:prstGeom>
          <a:noFill/>
        </p:spPr>
        <p:txBody>
          <a:bodyPr wrap="none" rtlCol="0">
            <a:spAutoFit/>
          </a:bodyPr>
          <a:lstStyle/>
          <a:p>
            <a:r>
              <a:rPr lang="en-US" dirty="0"/>
              <a:t>Solid single line</a:t>
            </a:r>
          </a:p>
        </p:txBody>
      </p:sp>
      <p:sp>
        <p:nvSpPr>
          <p:cNvPr id="7" name="TextBox 5">
            <a:extLst>
              <a:ext uri="{FF2B5EF4-FFF2-40B4-BE49-F238E27FC236}">
                <a16:creationId xmlns:a16="http://schemas.microsoft.com/office/drawing/2014/main" id="{135C8ABD-9D68-7DD1-16C6-7B3AE92D2992}"/>
              </a:ext>
            </a:extLst>
          </p:cNvPr>
          <p:cNvSpPr txBox="1"/>
          <p:nvPr/>
        </p:nvSpPr>
        <p:spPr>
          <a:xfrm>
            <a:off x="597944" y="6228919"/>
            <a:ext cx="2229649" cy="369332"/>
          </a:xfrm>
          <a:prstGeom prst="rect">
            <a:avLst/>
          </a:prstGeom>
          <a:noFill/>
        </p:spPr>
        <p:txBody>
          <a:bodyPr wrap="none" rtlCol="0">
            <a:spAutoFit/>
          </a:bodyPr>
          <a:lstStyle/>
          <a:p>
            <a:r>
              <a:rPr lang="en-US" dirty="0">
                <a:solidFill>
                  <a:prstClr val="black"/>
                </a:solidFill>
              </a:rPr>
              <a:t>Double Solid Left Side</a:t>
            </a:r>
            <a:endParaRPr lang="en-US" dirty="0"/>
          </a:p>
        </p:txBody>
      </p:sp>
      <p:sp>
        <p:nvSpPr>
          <p:cNvPr id="9" name="TextBox 5">
            <a:extLst>
              <a:ext uri="{FF2B5EF4-FFF2-40B4-BE49-F238E27FC236}">
                <a16:creationId xmlns:a16="http://schemas.microsoft.com/office/drawing/2014/main" id="{F12755E9-25E0-9EC9-ECCA-4597983314F1}"/>
              </a:ext>
            </a:extLst>
          </p:cNvPr>
          <p:cNvSpPr txBox="1"/>
          <p:nvPr/>
        </p:nvSpPr>
        <p:spPr>
          <a:xfrm>
            <a:off x="8221253" y="6249685"/>
            <a:ext cx="631904" cy="369332"/>
          </a:xfrm>
          <a:prstGeom prst="rect">
            <a:avLst/>
          </a:prstGeom>
          <a:noFill/>
        </p:spPr>
        <p:txBody>
          <a:bodyPr wrap="none" rtlCol="0">
            <a:spAutoFit/>
          </a:bodyPr>
          <a:lstStyle/>
          <a:p>
            <a:r>
              <a:rPr lang="en-US" dirty="0"/>
              <a:t>Curb</a:t>
            </a:r>
          </a:p>
        </p:txBody>
      </p:sp>
      <p:sp>
        <p:nvSpPr>
          <p:cNvPr id="10" name="TextBox 5">
            <a:extLst>
              <a:ext uri="{FF2B5EF4-FFF2-40B4-BE49-F238E27FC236}">
                <a16:creationId xmlns:a16="http://schemas.microsoft.com/office/drawing/2014/main" id="{880BE4FE-BE36-6913-7424-E2B187FAF65C}"/>
              </a:ext>
            </a:extLst>
          </p:cNvPr>
          <p:cNvSpPr txBox="1"/>
          <p:nvPr/>
        </p:nvSpPr>
        <p:spPr>
          <a:xfrm>
            <a:off x="9683009" y="6239302"/>
            <a:ext cx="1301959" cy="369332"/>
          </a:xfrm>
          <a:prstGeom prst="rect">
            <a:avLst/>
          </a:prstGeom>
          <a:noFill/>
        </p:spPr>
        <p:txBody>
          <a:bodyPr wrap="none" rtlCol="0">
            <a:spAutoFit/>
          </a:bodyPr>
          <a:lstStyle/>
          <a:p>
            <a:r>
              <a:rPr lang="en-US" dirty="0"/>
              <a:t>Driving lane</a:t>
            </a:r>
          </a:p>
        </p:txBody>
      </p:sp>
      <p:sp>
        <p:nvSpPr>
          <p:cNvPr id="11" name="TextBox 5">
            <a:extLst>
              <a:ext uri="{FF2B5EF4-FFF2-40B4-BE49-F238E27FC236}">
                <a16:creationId xmlns:a16="http://schemas.microsoft.com/office/drawing/2014/main" id="{6909F773-61D6-A6EB-2C33-A5A5AC9A0B1E}"/>
              </a:ext>
            </a:extLst>
          </p:cNvPr>
          <p:cNvSpPr txBox="1"/>
          <p:nvPr/>
        </p:nvSpPr>
        <p:spPr>
          <a:xfrm>
            <a:off x="2963601" y="6208153"/>
            <a:ext cx="2354619" cy="369332"/>
          </a:xfrm>
          <a:prstGeom prst="rect">
            <a:avLst/>
          </a:prstGeom>
          <a:noFill/>
        </p:spPr>
        <p:txBody>
          <a:bodyPr wrap="none" rtlCol="0">
            <a:spAutoFit/>
          </a:bodyPr>
          <a:lstStyle/>
          <a:p>
            <a:r>
              <a:rPr lang="en-US" dirty="0">
                <a:solidFill>
                  <a:prstClr val="black"/>
                </a:solidFill>
              </a:rPr>
              <a:t>Double Solid Right Side</a:t>
            </a:r>
            <a:endParaRPr lang="en-US" dirty="0"/>
          </a:p>
        </p:txBody>
      </p:sp>
      <p:sp>
        <p:nvSpPr>
          <p:cNvPr id="12" name="TextBox 5">
            <a:extLst>
              <a:ext uri="{FF2B5EF4-FFF2-40B4-BE49-F238E27FC236}">
                <a16:creationId xmlns:a16="http://schemas.microsoft.com/office/drawing/2014/main" id="{1045B0A8-7EC9-AF1B-87A7-6C8C898124A0}"/>
              </a:ext>
            </a:extLst>
          </p:cNvPr>
          <p:cNvSpPr txBox="1"/>
          <p:nvPr/>
        </p:nvSpPr>
        <p:spPr>
          <a:xfrm>
            <a:off x="5836554" y="6208153"/>
            <a:ext cx="1203663" cy="369332"/>
          </a:xfrm>
          <a:prstGeom prst="rect">
            <a:avLst/>
          </a:prstGeom>
          <a:noFill/>
        </p:spPr>
        <p:txBody>
          <a:bodyPr wrap="none" rtlCol="0">
            <a:spAutoFit/>
          </a:bodyPr>
          <a:lstStyle/>
          <a:p>
            <a:r>
              <a:rPr lang="en-US" dirty="0">
                <a:solidFill>
                  <a:prstClr val="black"/>
                </a:solidFill>
              </a:rPr>
              <a:t>Cross Walk</a:t>
            </a:r>
            <a:endParaRPr lang="en-US" dirty="0"/>
          </a:p>
        </p:txBody>
      </p:sp>
    </p:spTree>
    <p:extLst>
      <p:ext uri="{BB962C8B-B14F-4D97-AF65-F5344CB8AC3E}">
        <p14:creationId xmlns:p14="http://schemas.microsoft.com/office/powerpoint/2010/main" val="919480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80031-F3D0-0E91-391C-8C5D1B821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8FAB9-6B3E-0A25-0ED7-B03CDF5ABB44}"/>
              </a:ext>
            </a:extLst>
          </p:cNvPr>
          <p:cNvSpPr>
            <a:spLocks noGrp="1"/>
          </p:cNvSpPr>
          <p:nvPr>
            <p:ph type="ctrTitle"/>
          </p:nvPr>
        </p:nvSpPr>
        <p:spPr/>
        <p:txBody>
          <a:bodyPr>
            <a:normAutofit fontScale="90000"/>
          </a:bodyPr>
          <a:lstStyle/>
          <a:p>
            <a:r>
              <a:rPr lang="en-US" dirty="0"/>
              <a:t>Documentation of Items Within “</a:t>
            </a:r>
            <a:r>
              <a:rPr lang="en-US" dirty="0" err="1"/>
              <a:t>PaintedStripesWhite</a:t>
            </a:r>
            <a:r>
              <a:rPr lang="en-US" dirty="0"/>
              <a:t>”</a:t>
            </a:r>
          </a:p>
        </p:txBody>
      </p:sp>
      <p:sp>
        <p:nvSpPr>
          <p:cNvPr id="4" name="Subtitle 3">
            <a:extLst>
              <a:ext uri="{FF2B5EF4-FFF2-40B4-BE49-F238E27FC236}">
                <a16:creationId xmlns:a16="http://schemas.microsoft.com/office/drawing/2014/main" id="{E80ADB8F-D469-BFE0-3226-79EB577165FA}"/>
              </a:ext>
            </a:extLst>
          </p:cNvPr>
          <p:cNvSpPr>
            <a:spLocks noGrp="1"/>
          </p:cNvSpPr>
          <p:nvPr>
            <p:ph type="subTitle" idx="1"/>
          </p:nvPr>
        </p:nvSpPr>
        <p:spPr/>
        <p:txBody>
          <a:bodyPr/>
          <a:lstStyle/>
          <a:p>
            <a:r>
              <a:rPr lang="en-US" dirty="0"/>
              <a:t>Updated 2026-03-17 by S. Brennan and J. Rodriguez</a:t>
            </a:r>
          </a:p>
          <a:p>
            <a:endParaRPr lang="en-US" dirty="0"/>
          </a:p>
        </p:txBody>
      </p:sp>
    </p:spTree>
    <p:extLst>
      <p:ext uri="{BB962C8B-B14F-4D97-AF65-F5344CB8AC3E}">
        <p14:creationId xmlns:p14="http://schemas.microsoft.com/office/powerpoint/2010/main" val="2023424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735FA-F8A3-45D1-9D73-F511B9BBC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6A9BD-8988-DE27-E28D-076C87564A28}"/>
              </a:ext>
            </a:extLst>
          </p:cNvPr>
          <p:cNvSpPr>
            <a:spLocks noGrp="1"/>
          </p:cNvSpPr>
          <p:nvPr>
            <p:ph type="title"/>
          </p:nvPr>
        </p:nvSpPr>
        <p:spPr/>
        <p:txBody>
          <a:bodyPr/>
          <a:lstStyle/>
          <a:p>
            <a:r>
              <a:rPr lang="en-US" dirty="0"/>
              <a:t>Here’s a visual example of white painted stripes</a:t>
            </a:r>
          </a:p>
        </p:txBody>
      </p:sp>
      <p:sp>
        <p:nvSpPr>
          <p:cNvPr id="3" name="Content Placeholder 2">
            <a:extLst>
              <a:ext uri="{FF2B5EF4-FFF2-40B4-BE49-F238E27FC236}">
                <a16:creationId xmlns:a16="http://schemas.microsoft.com/office/drawing/2014/main" id="{FE64B4D0-5298-7C86-0032-5FC1349C2AEB}"/>
              </a:ext>
            </a:extLst>
          </p:cNvPr>
          <p:cNvSpPr>
            <a:spLocks noGrp="1"/>
          </p:cNvSpPr>
          <p:nvPr>
            <p:ph idx="1"/>
          </p:nvPr>
        </p:nvSpPr>
        <p:spPr>
          <a:xfrm>
            <a:off x="838200" y="1825625"/>
            <a:ext cx="3950368" cy="4351338"/>
          </a:xfrm>
        </p:spPr>
        <p:txBody>
          <a:bodyPr/>
          <a:lstStyle/>
          <a:p>
            <a:endParaRPr lang="en-US" dirty="0"/>
          </a:p>
        </p:txBody>
      </p:sp>
      <p:pic>
        <p:nvPicPr>
          <p:cNvPr id="3074" name="Picture 2" descr="A Guide to Understanding UK Road Markings">
            <a:extLst>
              <a:ext uri="{FF2B5EF4-FFF2-40B4-BE49-F238E27FC236}">
                <a16:creationId xmlns:a16="http://schemas.microsoft.com/office/drawing/2014/main" id="{A3341C8A-9B6A-CB52-DFEF-2CC856015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5558" y="2376342"/>
            <a:ext cx="6215323" cy="3452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937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B38DC-F282-E77B-6787-CCD25EBA4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92E2C-60AB-435A-ABEB-04C7F97814F4}"/>
              </a:ext>
            </a:extLst>
          </p:cNvPr>
          <p:cNvSpPr>
            <a:spLocks noGrp="1"/>
          </p:cNvSpPr>
          <p:nvPr>
            <p:ph type="title"/>
          </p:nvPr>
        </p:nvSpPr>
        <p:spPr/>
        <p:txBody>
          <a:bodyPr/>
          <a:lstStyle/>
          <a:p>
            <a:r>
              <a:rPr lang="en-US" dirty="0"/>
              <a:t>Here are images that show all items within the </a:t>
            </a:r>
            <a:r>
              <a:rPr lang="en-US" dirty="0" err="1"/>
              <a:t>PaintedStripesYellow</a:t>
            </a:r>
            <a:r>
              <a:rPr lang="en-US" dirty="0"/>
              <a:t> category</a:t>
            </a:r>
          </a:p>
        </p:txBody>
      </p:sp>
      <p:sp>
        <p:nvSpPr>
          <p:cNvPr id="5" name="TextBox 4">
            <a:extLst>
              <a:ext uri="{FF2B5EF4-FFF2-40B4-BE49-F238E27FC236}">
                <a16:creationId xmlns:a16="http://schemas.microsoft.com/office/drawing/2014/main" id="{529B2DAF-2669-1CB3-2A4E-094AE0FF0919}"/>
              </a:ext>
            </a:extLst>
          </p:cNvPr>
          <p:cNvSpPr txBox="1"/>
          <p:nvPr/>
        </p:nvSpPr>
        <p:spPr>
          <a:xfrm>
            <a:off x="540327" y="5723434"/>
            <a:ext cx="3941845" cy="769441"/>
          </a:xfrm>
          <a:prstGeom prst="rect">
            <a:avLst/>
          </a:prstGeom>
          <a:noFill/>
        </p:spPr>
        <p:txBody>
          <a:bodyPr wrap="square">
            <a:spAutoFit/>
          </a:bodyPr>
          <a:lstStyle/>
          <a:p>
            <a:r>
              <a:rPr lang="en-US" sz="1100" dirty="0" err="1"/>
              <a:t>PaintedStripesYellow_SingleSolid</a:t>
            </a:r>
            <a:r>
              <a:rPr lang="en-US" sz="1100" dirty="0"/>
              <a:t>, [1 1 0], 5, 0</a:t>
            </a:r>
          </a:p>
          <a:p>
            <a:r>
              <a:rPr lang="en-US" sz="1100" dirty="0" err="1"/>
              <a:t>PaintedStripesYellow_SingleDashed</a:t>
            </a:r>
            <a:r>
              <a:rPr lang="en-US" sz="1100" dirty="0"/>
              <a:t>, [1 1 0], 5, 0</a:t>
            </a:r>
          </a:p>
          <a:p>
            <a:r>
              <a:rPr lang="en-US" sz="1100" dirty="0" err="1"/>
              <a:t>PaintedStripesYellow_SingleDotted</a:t>
            </a:r>
            <a:r>
              <a:rPr lang="en-US" sz="1100" dirty="0"/>
              <a:t>, [1 1 0], 5, 0</a:t>
            </a:r>
          </a:p>
          <a:p>
            <a:endParaRPr lang="en-US" sz="1100" dirty="0"/>
          </a:p>
        </p:txBody>
      </p:sp>
      <p:sp>
        <p:nvSpPr>
          <p:cNvPr id="6" name="TextBox 5">
            <a:extLst>
              <a:ext uri="{FF2B5EF4-FFF2-40B4-BE49-F238E27FC236}">
                <a16:creationId xmlns:a16="http://schemas.microsoft.com/office/drawing/2014/main" id="{757B25D7-5015-5B4A-550E-D9F2165BD019}"/>
              </a:ext>
            </a:extLst>
          </p:cNvPr>
          <p:cNvSpPr txBox="1"/>
          <p:nvPr/>
        </p:nvSpPr>
        <p:spPr>
          <a:xfrm>
            <a:off x="2232641" y="4126570"/>
            <a:ext cx="1197764" cy="369332"/>
          </a:xfrm>
          <a:prstGeom prst="rect">
            <a:avLst/>
          </a:prstGeom>
          <a:noFill/>
        </p:spPr>
        <p:txBody>
          <a:bodyPr wrap="none" rtlCol="0">
            <a:spAutoFit/>
          </a:bodyPr>
          <a:lstStyle/>
          <a:p>
            <a:r>
              <a:rPr lang="en-US" dirty="0" err="1"/>
              <a:t>SingleSolid</a:t>
            </a:r>
            <a:endParaRPr lang="en-US" dirty="0"/>
          </a:p>
        </p:txBody>
      </p:sp>
      <p:sp>
        <p:nvSpPr>
          <p:cNvPr id="9" name="TextBox 8">
            <a:extLst>
              <a:ext uri="{FF2B5EF4-FFF2-40B4-BE49-F238E27FC236}">
                <a16:creationId xmlns:a16="http://schemas.microsoft.com/office/drawing/2014/main" id="{DDFD74C4-2E48-130E-6173-1CA883699CFF}"/>
              </a:ext>
            </a:extLst>
          </p:cNvPr>
          <p:cNvSpPr txBox="1"/>
          <p:nvPr/>
        </p:nvSpPr>
        <p:spPr>
          <a:xfrm>
            <a:off x="5540044" y="4126570"/>
            <a:ext cx="1444626" cy="369332"/>
          </a:xfrm>
          <a:prstGeom prst="rect">
            <a:avLst/>
          </a:prstGeom>
          <a:noFill/>
        </p:spPr>
        <p:txBody>
          <a:bodyPr wrap="none" rtlCol="0">
            <a:spAutoFit/>
          </a:bodyPr>
          <a:lstStyle/>
          <a:p>
            <a:r>
              <a:rPr lang="en-US" dirty="0" err="1"/>
              <a:t>SingleDashed</a:t>
            </a:r>
            <a:endParaRPr lang="en-US" dirty="0"/>
          </a:p>
        </p:txBody>
      </p:sp>
      <p:sp>
        <p:nvSpPr>
          <p:cNvPr id="10" name="TextBox 9">
            <a:extLst>
              <a:ext uri="{FF2B5EF4-FFF2-40B4-BE49-F238E27FC236}">
                <a16:creationId xmlns:a16="http://schemas.microsoft.com/office/drawing/2014/main" id="{568C94A5-A013-827C-FA9D-720FF5E072FD}"/>
              </a:ext>
            </a:extLst>
          </p:cNvPr>
          <p:cNvSpPr txBox="1"/>
          <p:nvPr/>
        </p:nvSpPr>
        <p:spPr>
          <a:xfrm>
            <a:off x="8776575" y="4202337"/>
            <a:ext cx="1392369" cy="369332"/>
          </a:xfrm>
          <a:prstGeom prst="rect">
            <a:avLst/>
          </a:prstGeom>
          <a:noFill/>
        </p:spPr>
        <p:txBody>
          <a:bodyPr wrap="none" rtlCol="0">
            <a:spAutoFit/>
          </a:bodyPr>
          <a:lstStyle/>
          <a:p>
            <a:r>
              <a:rPr lang="en-US" dirty="0" err="1"/>
              <a:t>SingleDotted</a:t>
            </a:r>
            <a:endParaRPr lang="en-US" dirty="0"/>
          </a:p>
        </p:txBody>
      </p:sp>
      <p:pic>
        <p:nvPicPr>
          <p:cNvPr id="4098" name="Picture 2" descr="A Guide to Understanding UK Road Markings">
            <a:extLst>
              <a:ext uri="{FF2B5EF4-FFF2-40B4-BE49-F238E27FC236}">
                <a16:creationId xmlns:a16="http://schemas.microsoft.com/office/drawing/2014/main" id="{9DE02A12-FC3D-F7A0-BDA8-C7D83BE7A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6682" y="2654524"/>
            <a:ext cx="2649682" cy="147204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UK Road Markings | Line Mark | Nationwide Line Marking Services">
            <a:extLst>
              <a:ext uri="{FF2B5EF4-FFF2-40B4-BE49-F238E27FC236}">
                <a16:creationId xmlns:a16="http://schemas.microsoft.com/office/drawing/2014/main" id="{18BD7E6F-A3D2-0C05-6218-BEC7571E1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7324" y="2653193"/>
            <a:ext cx="2210066" cy="147337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oad Markings Intermittent White Stripe On Stock Photo 2127241055 |  Shutterstock">
            <a:extLst>
              <a:ext uri="{FF2B5EF4-FFF2-40B4-BE49-F238E27FC236}">
                <a16:creationId xmlns:a16="http://schemas.microsoft.com/office/drawing/2014/main" id="{6B15D532-ABA3-85FC-BA08-BA8D300973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8350" y="2635643"/>
            <a:ext cx="2210066" cy="1586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5551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DFDF-CEC8-FF68-1E83-FC9DB753F2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43496EB-0974-BDC5-153E-B1A65CB96221}"/>
              </a:ext>
            </a:extLst>
          </p:cNvPr>
          <p:cNvSpPr txBox="1"/>
          <p:nvPr/>
        </p:nvSpPr>
        <p:spPr>
          <a:xfrm>
            <a:off x="8986235" y="6088559"/>
            <a:ext cx="3514029"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PaintedStripesYellow_DoubleSolidLeftSide</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PaintedStripesYellow_DoubleSolidRightSide</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PaintedStripesYellow_DoubleDashedLeftSide</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PaintedStripesYellow_DoubleDashedRightSide</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p:txBody>
      </p:sp>
      <p:sp>
        <p:nvSpPr>
          <p:cNvPr id="5" name="TextBox 5">
            <a:extLst>
              <a:ext uri="{FF2B5EF4-FFF2-40B4-BE49-F238E27FC236}">
                <a16:creationId xmlns:a16="http://schemas.microsoft.com/office/drawing/2014/main" id="{8263897F-227F-4F15-69C7-8DB1C36042ED}"/>
              </a:ext>
            </a:extLst>
          </p:cNvPr>
          <p:cNvSpPr txBox="1"/>
          <p:nvPr/>
        </p:nvSpPr>
        <p:spPr>
          <a:xfrm>
            <a:off x="2734005" y="3183452"/>
            <a:ext cx="13163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DoubleSolid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9">
            <a:extLst>
              <a:ext uri="{FF2B5EF4-FFF2-40B4-BE49-F238E27FC236}">
                <a16:creationId xmlns:a16="http://schemas.microsoft.com/office/drawing/2014/main" id="{99848370-341F-94C6-8CDB-7F4F89175253}"/>
              </a:ext>
            </a:extLst>
          </p:cNvPr>
          <p:cNvSpPr txBox="1"/>
          <p:nvPr/>
        </p:nvSpPr>
        <p:spPr>
          <a:xfrm>
            <a:off x="2275837" y="6344075"/>
            <a:ext cx="24427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DoubleDashedRightSide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122" name="Picture 2" descr="White Line Lane Designations in Maryland">
            <a:extLst>
              <a:ext uri="{FF2B5EF4-FFF2-40B4-BE49-F238E27FC236}">
                <a16:creationId xmlns:a16="http://schemas.microsoft.com/office/drawing/2014/main" id="{9577C998-7332-C6DA-E7B0-3BDA7C25E2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0737" y="530122"/>
            <a:ext cx="3816928" cy="254461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5">
            <a:extLst>
              <a:ext uri="{FF2B5EF4-FFF2-40B4-BE49-F238E27FC236}">
                <a16:creationId xmlns:a16="http://schemas.microsoft.com/office/drawing/2014/main" id="{A26FD092-BF37-995C-DD95-056392304F67}"/>
              </a:ext>
            </a:extLst>
          </p:cNvPr>
          <p:cNvSpPr txBox="1"/>
          <p:nvPr/>
        </p:nvSpPr>
        <p:spPr>
          <a:xfrm>
            <a:off x="6816724" y="3194379"/>
            <a:ext cx="1563249"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DoubleDashed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126" name="Picture 6" descr="Road Lines and Meanings: 20 Road Markings, Colors &amp; Rules">
            <a:extLst>
              <a:ext uri="{FF2B5EF4-FFF2-40B4-BE49-F238E27FC236}">
                <a16:creationId xmlns:a16="http://schemas.microsoft.com/office/drawing/2014/main" id="{8208FF39-8DE3-FBEB-7BD0-BFDC85CEB5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8287"/>
          <a:stretch>
            <a:fillRect/>
          </a:stretch>
        </p:blipFill>
        <p:spPr bwMode="auto">
          <a:xfrm>
            <a:off x="5751365" y="530122"/>
            <a:ext cx="3693969" cy="2544619"/>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31373FCE-8FF7-8184-A074-2CA9FB59B7DD}"/>
              </a:ext>
            </a:extLst>
          </p:cNvPr>
          <p:cNvPicPr>
            <a:picLocks noChangeAspect="1"/>
          </p:cNvPicPr>
          <p:nvPr/>
        </p:nvPicPr>
        <p:blipFill>
          <a:blip r:embed="rId4"/>
          <a:stretch>
            <a:fillRect/>
          </a:stretch>
        </p:blipFill>
        <p:spPr>
          <a:xfrm>
            <a:off x="1633410" y="4340533"/>
            <a:ext cx="3591587" cy="1987345"/>
          </a:xfrm>
          <a:prstGeom prst="rect">
            <a:avLst/>
          </a:prstGeom>
        </p:spPr>
      </p:pic>
      <p:pic>
        <p:nvPicPr>
          <p:cNvPr id="5134" name="Picture 14" descr="Road Markings You Must Know When Learning To Drive">
            <a:extLst>
              <a:ext uri="{FF2B5EF4-FFF2-40B4-BE49-F238E27FC236}">
                <a16:creationId xmlns:a16="http://schemas.microsoft.com/office/drawing/2014/main" id="{7D5E27A4-95E6-7FA2-83CC-702EF4CC32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6345542" y="4331961"/>
            <a:ext cx="2505611" cy="200448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9">
            <a:extLst>
              <a:ext uri="{FF2B5EF4-FFF2-40B4-BE49-F238E27FC236}">
                <a16:creationId xmlns:a16="http://schemas.microsoft.com/office/drawing/2014/main" id="{8ED16DFB-0CA9-5934-E8D2-C999E3224588}"/>
              </a:ext>
            </a:extLst>
          </p:cNvPr>
          <p:cNvSpPr txBox="1"/>
          <p:nvPr/>
        </p:nvSpPr>
        <p:spPr>
          <a:xfrm>
            <a:off x="6475909" y="6344075"/>
            <a:ext cx="23178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DoubleDashedLeftSide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5379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E380C-184F-402B-0E40-48B4A6D71A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317D57-8175-B711-9078-C7ECCA889567}"/>
              </a:ext>
            </a:extLst>
          </p:cNvPr>
          <p:cNvSpPr txBox="1"/>
          <p:nvPr/>
        </p:nvSpPr>
        <p:spPr>
          <a:xfrm>
            <a:off x="0" y="3377047"/>
            <a:ext cx="3941845"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PaintedStripesYellow_SolidParkingMarkLeftAndRight</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PaintedStripesYellow_SolidParkingMarkLeft</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PaintedStripesYellow_SolidParkingMarkRight</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PaintedStripesYellow_SolidParkingAisleCap</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PaintedStripesYellow_SolidParkingHeadInBoundary</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5">
            <a:extLst>
              <a:ext uri="{FF2B5EF4-FFF2-40B4-BE49-F238E27FC236}">
                <a16:creationId xmlns:a16="http://schemas.microsoft.com/office/drawing/2014/main" id="{31406C8C-4BF0-FE57-B90E-ACAB21B990A7}"/>
              </a:ext>
            </a:extLst>
          </p:cNvPr>
          <p:cNvSpPr txBox="1"/>
          <p:nvPr/>
        </p:nvSpPr>
        <p:spPr>
          <a:xfrm>
            <a:off x="1475930" y="2557624"/>
            <a:ext cx="31010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SolidParkingMarkLeftAndRight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00B587E8-3E21-948C-E04F-054A2593DC0A}"/>
              </a:ext>
            </a:extLst>
          </p:cNvPr>
          <p:cNvSpPr txBox="1"/>
          <p:nvPr/>
        </p:nvSpPr>
        <p:spPr>
          <a:xfrm>
            <a:off x="4910493" y="2525788"/>
            <a:ext cx="21830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SolidParkingMarkLeft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5">
            <a:extLst>
              <a:ext uri="{FF2B5EF4-FFF2-40B4-BE49-F238E27FC236}">
                <a16:creationId xmlns:a16="http://schemas.microsoft.com/office/drawing/2014/main" id="{32C06AC8-57F3-D88D-3637-85D09B36E0A7}"/>
              </a:ext>
            </a:extLst>
          </p:cNvPr>
          <p:cNvSpPr txBox="1"/>
          <p:nvPr/>
        </p:nvSpPr>
        <p:spPr>
          <a:xfrm>
            <a:off x="7847752" y="2557624"/>
            <a:ext cx="23080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SolidParkingMarkRight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172" name="Picture 4" descr="Pintado de Flecha Recta Direccional | Blanca">
            <a:extLst>
              <a:ext uri="{FF2B5EF4-FFF2-40B4-BE49-F238E27FC236}">
                <a16:creationId xmlns:a16="http://schemas.microsoft.com/office/drawing/2014/main" id="{025C3D0B-863C-B4A7-AB47-CE74D2703C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2791" y="143931"/>
            <a:ext cx="2338491" cy="233849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Flechas de direcciones varias - Industrias Saludes">
            <a:extLst>
              <a:ext uri="{FF2B5EF4-FFF2-40B4-BE49-F238E27FC236}">
                <a16:creationId xmlns:a16="http://schemas.microsoft.com/office/drawing/2014/main" id="{AC835D0B-9737-BF90-E691-B922516E80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4678" y="142953"/>
            <a:ext cx="2863649" cy="2336348"/>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White Right Turn Arrow Road Marking Painted on Asphalt Street Surface,  Transportation Direction Symbol Used for Traffic Guidance Foto de archivo -  Imagen de control, carril: 446621068">
            <a:extLst>
              <a:ext uri="{FF2B5EF4-FFF2-40B4-BE49-F238E27FC236}">
                <a16:creationId xmlns:a16="http://schemas.microsoft.com/office/drawing/2014/main" id="{8B81F4C7-D26A-7D58-0DEB-4BCA4831D7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1619" y="257036"/>
            <a:ext cx="3335482" cy="2222265"/>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What Color Should You Use for Parking Lot Lines?">
            <a:extLst>
              <a:ext uri="{FF2B5EF4-FFF2-40B4-BE49-F238E27FC236}">
                <a16:creationId xmlns:a16="http://schemas.microsoft.com/office/drawing/2014/main" id="{FF2A5A97-3203-C7A9-071F-B973FAA775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0656" y="3248101"/>
            <a:ext cx="2736273" cy="16417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5">
            <a:extLst>
              <a:ext uri="{FF2B5EF4-FFF2-40B4-BE49-F238E27FC236}">
                <a16:creationId xmlns:a16="http://schemas.microsoft.com/office/drawing/2014/main" id="{1F305D74-C6D6-35B9-5811-BB7C1D856B6D}"/>
              </a:ext>
            </a:extLst>
          </p:cNvPr>
          <p:cNvSpPr txBox="1"/>
          <p:nvPr/>
        </p:nvSpPr>
        <p:spPr>
          <a:xfrm>
            <a:off x="5414627" y="5058180"/>
            <a:ext cx="136274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Parking lines</a:t>
            </a:r>
          </a:p>
        </p:txBody>
      </p:sp>
    </p:spTree>
    <p:extLst>
      <p:ext uri="{BB962C8B-B14F-4D97-AF65-F5344CB8AC3E}">
        <p14:creationId xmlns:p14="http://schemas.microsoft.com/office/powerpoint/2010/main" val="20155854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9686C-099D-6169-7D0B-00AB980E95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47268-6381-4D73-B577-DE5B6AF7AEB6}"/>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3ED15ACC-87C2-C571-EEE8-C4639E421545}"/>
              </a:ext>
            </a:extLst>
          </p:cNvPr>
          <p:cNvSpPr txBox="1"/>
          <p:nvPr/>
        </p:nvSpPr>
        <p:spPr>
          <a:xfrm>
            <a:off x="8526119" y="0"/>
            <a:ext cx="3941845" cy="178510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PaintedStripesYellow_ZigZag</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PaintedStripesYellow_SolidHorizontal</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PaintedStripesYellow_DashedHorizontal</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PaintedStripesYellow_StripedLines</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PaintedStripesYellow_SpeedBumpMarking</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PaintedStripesYellow_SpeedHumpMarking</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PaintedStripesYellow_BoxJunctionCrissCross</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PaintedStripesYellow_TrafficIslandInfill</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PaintedStripesYellow_Curb</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PaintedStripesYellow_CartCorral</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p:txBody>
      </p:sp>
      <p:sp>
        <p:nvSpPr>
          <p:cNvPr id="5" name="TextBox 4">
            <a:extLst>
              <a:ext uri="{FF2B5EF4-FFF2-40B4-BE49-F238E27FC236}">
                <a16:creationId xmlns:a16="http://schemas.microsoft.com/office/drawing/2014/main" id="{FC8CF116-4520-744F-781E-35024E71F492}"/>
              </a:ext>
            </a:extLst>
          </p:cNvPr>
          <p:cNvSpPr txBox="1"/>
          <p:nvPr/>
        </p:nvSpPr>
        <p:spPr>
          <a:xfrm>
            <a:off x="4978429" y="3517171"/>
            <a:ext cx="21130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SpeedHumpMarking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5">
            <a:extLst>
              <a:ext uri="{FF2B5EF4-FFF2-40B4-BE49-F238E27FC236}">
                <a16:creationId xmlns:a16="http://schemas.microsoft.com/office/drawing/2014/main" id="{4B1A7FF1-7A8C-7A17-1F81-E1F126E7243E}"/>
              </a:ext>
            </a:extLst>
          </p:cNvPr>
          <p:cNvSpPr txBox="1"/>
          <p:nvPr/>
        </p:nvSpPr>
        <p:spPr>
          <a:xfrm>
            <a:off x="2775834" y="3570410"/>
            <a:ext cx="77982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ZigZag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4">
            <a:extLst>
              <a:ext uri="{FF2B5EF4-FFF2-40B4-BE49-F238E27FC236}">
                <a16:creationId xmlns:a16="http://schemas.microsoft.com/office/drawing/2014/main" id="{9EAF4F14-5844-62AE-375A-7E707974A2E4}"/>
              </a:ext>
            </a:extLst>
          </p:cNvPr>
          <p:cNvSpPr txBox="1"/>
          <p:nvPr/>
        </p:nvSpPr>
        <p:spPr>
          <a:xfrm>
            <a:off x="7815376" y="3517171"/>
            <a:ext cx="20938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SpeedBumpMarking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5">
            <a:extLst>
              <a:ext uri="{FF2B5EF4-FFF2-40B4-BE49-F238E27FC236}">
                <a16:creationId xmlns:a16="http://schemas.microsoft.com/office/drawing/2014/main" id="{4FBB4B0C-ACFE-9AFD-4F10-49EF210FDA21}"/>
              </a:ext>
            </a:extLst>
          </p:cNvPr>
          <p:cNvSpPr txBox="1"/>
          <p:nvPr/>
        </p:nvSpPr>
        <p:spPr>
          <a:xfrm>
            <a:off x="2374054" y="5839930"/>
            <a:ext cx="1718804" cy="369332"/>
          </a:xfrm>
          <a:prstGeom prst="rect">
            <a:avLst/>
          </a:prstGeom>
          <a:noFill/>
        </p:spPr>
        <p:txBody>
          <a:bodyPr wrap="none" rtlCol="0">
            <a:spAutoFit/>
          </a:bodyPr>
          <a:lstStyle/>
          <a:p>
            <a:pPr lvl="0"/>
            <a:r>
              <a:rPr lang="en-US" dirty="0" err="1">
                <a:solidFill>
                  <a:prstClr val="black"/>
                </a:solidFill>
              </a:rPr>
              <a:t>TrafficIslandInfill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5">
            <a:extLst>
              <a:ext uri="{FF2B5EF4-FFF2-40B4-BE49-F238E27FC236}">
                <a16:creationId xmlns:a16="http://schemas.microsoft.com/office/drawing/2014/main" id="{B38C1A9F-56B0-9A6B-58D1-ED8C7010AB97}"/>
              </a:ext>
            </a:extLst>
          </p:cNvPr>
          <p:cNvSpPr txBox="1"/>
          <p:nvPr/>
        </p:nvSpPr>
        <p:spPr>
          <a:xfrm>
            <a:off x="5522446" y="5839930"/>
            <a:ext cx="631904" cy="369332"/>
          </a:xfrm>
          <a:prstGeom prst="rect">
            <a:avLst/>
          </a:prstGeom>
          <a:noFill/>
        </p:spPr>
        <p:txBody>
          <a:bodyPr wrap="none" rtlCol="0">
            <a:spAutoFit/>
          </a:bodyPr>
          <a:lstStyle/>
          <a:p>
            <a:pPr lvl="0"/>
            <a:r>
              <a:rPr lang="en-US" dirty="0">
                <a:solidFill>
                  <a:prstClr val="black"/>
                </a:solidFill>
              </a:rPr>
              <a:t>Curb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146" name="Picture 2" descr="UK Road Markings Explained: A Comprehensive Guide - Driving Test Success">
            <a:extLst>
              <a:ext uri="{FF2B5EF4-FFF2-40B4-BE49-F238E27FC236}">
                <a16:creationId xmlns:a16="http://schemas.microsoft.com/office/drawing/2014/main" id="{1A93AE63-2C21-900B-E058-0515C3090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7179" y="3949975"/>
            <a:ext cx="1755679" cy="175567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UK Road Markings Explained - Northern Marking">
            <a:extLst>
              <a:ext uri="{FF2B5EF4-FFF2-40B4-BE49-F238E27FC236}">
                <a16:creationId xmlns:a16="http://schemas.microsoft.com/office/drawing/2014/main" id="{613D8283-E23C-4C76-B353-A4E4EA144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5362" y="1770425"/>
            <a:ext cx="2511352" cy="1674493"/>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Speed hump and road markings on tarmac road Stock Photo - Alamy">
            <a:extLst>
              <a:ext uri="{FF2B5EF4-FFF2-40B4-BE49-F238E27FC236}">
                <a16:creationId xmlns:a16="http://schemas.microsoft.com/office/drawing/2014/main" id="{9473FFE3-A7EC-16A0-28BD-051BF491E5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2956" y="1738442"/>
            <a:ext cx="2401129" cy="1760203"/>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Speed Bumps for Commercial, Industrial &amp; Retail Properties">
            <a:extLst>
              <a:ext uri="{FF2B5EF4-FFF2-40B4-BE49-F238E27FC236}">
                <a16:creationId xmlns:a16="http://schemas.microsoft.com/office/drawing/2014/main" id="{499A2D3D-65F2-21AF-CAC1-6513A27A09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15376" y="1755564"/>
            <a:ext cx="2401129" cy="1719072"/>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Marked Border. Black and White Painted Road Curb Stock Image - Image of  roadside, outdoor: 220270037">
            <a:extLst>
              <a:ext uri="{FF2B5EF4-FFF2-40B4-BE49-F238E27FC236}">
                <a16:creationId xmlns:a16="http://schemas.microsoft.com/office/drawing/2014/main" id="{4F8025D2-1A00-2782-2075-A884ACD695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2384" y="3916221"/>
            <a:ext cx="2712027" cy="1810278"/>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descr="Zebra Crossing with White Marking Lines on Asphalt, Pedestrian Crossing on  the Road, Zebra Traffic Walk Way Stock Image - Image of striped, safe:  327062447">
            <a:extLst>
              <a:ext uri="{FF2B5EF4-FFF2-40B4-BE49-F238E27FC236}">
                <a16:creationId xmlns:a16="http://schemas.microsoft.com/office/drawing/2014/main" id="{5B459526-681F-818A-0AD6-9D3959E217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9255" y="3916221"/>
            <a:ext cx="2712027" cy="187807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5">
            <a:extLst>
              <a:ext uri="{FF2B5EF4-FFF2-40B4-BE49-F238E27FC236}">
                <a16:creationId xmlns:a16="http://schemas.microsoft.com/office/drawing/2014/main" id="{5175CD70-5AF0-B788-FC14-0CEB34938231}"/>
              </a:ext>
            </a:extLst>
          </p:cNvPr>
          <p:cNvSpPr txBox="1"/>
          <p:nvPr/>
        </p:nvSpPr>
        <p:spPr>
          <a:xfrm>
            <a:off x="8353436" y="5839930"/>
            <a:ext cx="1203663" cy="369332"/>
          </a:xfrm>
          <a:prstGeom prst="rect">
            <a:avLst/>
          </a:prstGeom>
          <a:noFill/>
        </p:spPr>
        <p:txBody>
          <a:bodyPr wrap="none" rtlCol="0">
            <a:spAutoFit/>
          </a:bodyPr>
          <a:lstStyle/>
          <a:p>
            <a:r>
              <a:rPr lang="en-US" dirty="0">
                <a:solidFill>
                  <a:prstClr val="black"/>
                </a:solidFill>
              </a:rPr>
              <a:t>Cross Walk</a:t>
            </a:r>
            <a:endParaRPr lang="en-US" dirty="0"/>
          </a:p>
        </p:txBody>
      </p:sp>
    </p:spTree>
    <p:extLst>
      <p:ext uri="{BB962C8B-B14F-4D97-AF65-F5344CB8AC3E}">
        <p14:creationId xmlns:p14="http://schemas.microsoft.com/office/powerpoint/2010/main" val="39168352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41889-EFF4-CAD1-E29B-F9F61C0EC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3EB5D-EBC5-6510-EA05-6BC7C719CE57}"/>
              </a:ext>
            </a:extLst>
          </p:cNvPr>
          <p:cNvSpPr>
            <a:spLocks noGrp="1"/>
          </p:cNvSpPr>
          <p:nvPr>
            <p:ph type="ctrTitle"/>
          </p:nvPr>
        </p:nvSpPr>
        <p:spPr/>
        <p:txBody>
          <a:bodyPr>
            <a:normAutofit fontScale="90000"/>
          </a:bodyPr>
          <a:lstStyle/>
          <a:p>
            <a:r>
              <a:rPr lang="en-US" dirty="0"/>
              <a:t>Documentation of Items Within “</a:t>
            </a:r>
            <a:r>
              <a:rPr lang="en-US" dirty="0" err="1"/>
              <a:t>PaintedStripesYellow</a:t>
            </a:r>
            <a:r>
              <a:rPr lang="en-US" dirty="0"/>
              <a:t>”</a:t>
            </a:r>
          </a:p>
        </p:txBody>
      </p:sp>
      <p:sp>
        <p:nvSpPr>
          <p:cNvPr id="4" name="Subtitle 3">
            <a:extLst>
              <a:ext uri="{FF2B5EF4-FFF2-40B4-BE49-F238E27FC236}">
                <a16:creationId xmlns:a16="http://schemas.microsoft.com/office/drawing/2014/main" id="{C383AD1E-618F-5F63-35F7-843F191F6F98}"/>
              </a:ext>
            </a:extLst>
          </p:cNvPr>
          <p:cNvSpPr>
            <a:spLocks noGrp="1"/>
          </p:cNvSpPr>
          <p:nvPr>
            <p:ph type="subTitle" idx="1"/>
          </p:nvPr>
        </p:nvSpPr>
        <p:spPr/>
        <p:txBody>
          <a:bodyPr/>
          <a:lstStyle/>
          <a:p>
            <a:r>
              <a:rPr lang="en-US" dirty="0"/>
              <a:t>Updated 2026-03-17 by S. Brennan and J. Rodriguez</a:t>
            </a:r>
          </a:p>
          <a:p>
            <a:endParaRPr lang="en-US" dirty="0"/>
          </a:p>
        </p:txBody>
      </p:sp>
    </p:spTree>
    <p:extLst>
      <p:ext uri="{BB962C8B-B14F-4D97-AF65-F5344CB8AC3E}">
        <p14:creationId xmlns:p14="http://schemas.microsoft.com/office/powerpoint/2010/main" val="856222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2E50-10C9-5C0A-E918-6773C3AE3CA5}"/>
              </a:ext>
            </a:extLst>
          </p:cNvPr>
          <p:cNvSpPr>
            <a:spLocks noGrp="1"/>
          </p:cNvSpPr>
          <p:nvPr>
            <p:ph type="title"/>
          </p:nvPr>
        </p:nvSpPr>
        <p:spPr/>
        <p:txBody>
          <a:bodyPr/>
          <a:lstStyle/>
          <a:p>
            <a:r>
              <a:rPr lang="en-US" dirty="0"/>
              <a:t>Here’s a visual example of yellow painted stripes</a:t>
            </a:r>
          </a:p>
        </p:txBody>
      </p:sp>
      <p:sp>
        <p:nvSpPr>
          <p:cNvPr id="3" name="Content Placeholder 2">
            <a:extLst>
              <a:ext uri="{FF2B5EF4-FFF2-40B4-BE49-F238E27FC236}">
                <a16:creationId xmlns:a16="http://schemas.microsoft.com/office/drawing/2014/main" id="{57B74D65-A281-9949-4D43-923B2B8CBAB5}"/>
              </a:ext>
            </a:extLst>
          </p:cNvPr>
          <p:cNvSpPr>
            <a:spLocks noGrp="1"/>
          </p:cNvSpPr>
          <p:nvPr>
            <p:ph idx="1"/>
          </p:nvPr>
        </p:nvSpPr>
        <p:spPr>
          <a:xfrm>
            <a:off x="838200" y="1825625"/>
            <a:ext cx="3950368" cy="4351338"/>
          </a:xfrm>
        </p:spPr>
        <p:txBody>
          <a:bodyPr/>
          <a:lstStyle/>
          <a:p>
            <a:endParaRPr lang="en-US" dirty="0"/>
          </a:p>
        </p:txBody>
      </p:sp>
      <p:pic>
        <p:nvPicPr>
          <p:cNvPr id="1026" name="Picture 2" descr="Can You Cross a Double Yellow Line to Pass a Slow-Moving Vehicle? – Traffic  Ticket Defense Blog">
            <a:extLst>
              <a:ext uri="{FF2B5EF4-FFF2-40B4-BE49-F238E27FC236}">
                <a16:creationId xmlns:a16="http://schemas.microsoft.com/office/drawing/2014/main" id="{7C25ED97-A01F-4DFE-C104-5EF8735F3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3497" y="1870911"/>
            <a:ext cx="5004134" cy="3874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3761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6A33B-66AC-8B30-5E70-683F2DDE7254}"/>
              </a:ext>
            </a:extLst>
          </p:cNvPr>
          <p:cNvSpPr>
            <a:spLocks noGrp="1"/>
          </p:cNvSpPr>
          <p:nvPr>
            <p:ph type="title"/>
          </p:nvPr>
        </p:nvSpPr>
        <p:spPr/>
        <p:txBody>
          <a:bodyPr/>
          <a:lstStyle/>
          <a:p>
            <a:r>
              <a:rPr lang="en-US" dirty="0"/>
              <a:t>Here are images that show all items within the </a:t>
            </a:r>
            <a:r>
              <a:rPr lang="en-US" dirty="0" err="1"/>
              <a:t>PaintedStripesYellow</a:t>
            </a:r>
            <a:r>
              <a:rPr lang="en-US" dirty="0"/>
              <a:t> category</a:t>
            </a:r>
          </a:p>
        </p:txBody>
      </p:sp>
      <p:sp>
        <p:nvSpPr>
          <p:cNvPr id="5" name="TextBox 4">
            <a:extLst>
              <a:ext uri="{FF2B5EF4-FFF2-40B4-BE49-F238E27FC236}">
                <a16:creationId xmlns:a16="http://schemas.microsoft.com/office/drawing/2014/main" id="{4F340A75-EA0B-04FE-9E6C-B2BBA50FE2D2}"/>
              </a:ext>
            </a:extLst>
          </p:cNvPr>
          <p:cNvSpPr txBox="1"/>
          <p:nvPr/>
        </p:nvSpPr>
        <p:spPr>
          <a:xfrm>
            <a:off x="1714500" y="4578015"/>
            <a:ext cx="3941845" cy="769441"/>
          </a:xfrm>
          <a:prstGeom prst="rect">
            <a:avLst/>
          </a:prstGeom>
          <a:noFill/>
        </p:spPr>
        <p:txBody>
          <a:bodyPr wrap="square">
            <a:spAutoFit/>
          </a:bodyPr>
          <a:lstStyle/>
          <a:p>
            <a:r>
              <a:rPr lang="en-US" sz="1100" dirty="0" err="1"/>
              <a:t>PaintedStripesYellow_SingleSolid</a:t>
            </a:r>
            <a:r>
              <a:rPr lang="en-US" sz="1100" dirty="0"/>
              <a:t>, [1 1 0], 5, 0</a:t>
            </a:r>
          </a:p>
          <a:p>
            <a:r>
              <a:rPr lang="en-US" sz="1100" dirty="0" err="1"/>
              <a:t>PaintedStripesYellow_SingleDashed</a:t>
            </a:r>
            <a:r>
              <a:rPr lang="en-US" sz="1100" dirty="0"/>
              <a:t>, [1 1 0], 5, 0</a:t>
            </a:r>
          </a:p>
          <a:p>
            <a:r>
              <a:rPr lang="en-US" sz="1100" dirty="0" err="1"/>
              <a:t>PaintedStripesYellow_SingleDotted</a:t>
            </a:r>
            <a:r>
              <a:rPr lang="en-US" sz="1100" dirty="0"/>
              <a:t>, [1 1 0], 5, 0</a:t>
            </a:r>
          </a:p>
          <a:p>
            <a:endParaRPr lang="en-US" sz="1100" dirty="0"/>
          </a:p>
        </p:txBody>
      </p:sp>
      <p:pic>
        <p:nvPicPr>
          <p:cNvPr id="2050" name="Picture 2" descr="Continuous solid yellow lines in the middle of the road are painted in  areas where it is hazardous to overtake by passing the centre line. This is  because their might be sharp">
            <a:extLst>
              <a:ext uri="{FF2B5EF4-FFF2-40B4-BE49-F238E27FC236}">
                <a16:creationId xmlns:a16="http://schemas.microsoft.com/office/drawing/2014/main" id="{DF561101-095B-D17C-0972-E9926D19E7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041" y="1881187"/>
            <a:ext cx="3095625" cy="15478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14EF537-4FC6-023E-3983-1704B7D019CC}"/>
              </a:ext>
            </a:extLst>
          </p:cNvPr>
          <p:cNvSpPr txBox="1"/>
          <p:nvPr/>
        </p:nvSpPr>
        <p:spPr>
          <a:xfrm>
            <a:off x="1203158" y="3434833"/>
            <a:ext cx="1197764" cy="369332"/>
          </a:xfrm>
          <a:prstGeom prst="rect">
            <a:avLst/>
          </a:prstGeom>
          <a:noFill/>
        </p:spPr>
        <p:txBody>
          <a:bodyPr wrap="none" rtlCol="0">
            <a:spAutoFit/>
          </a:bodyPr>
          <a:lstStyle/>
          <a:p>
            <a:r>
              <a:rPr lang="en-US" dirty="0" err="1"/>
              <a:t>SingleSolid</a:t>
            </a:r>
            <a:endParaRPr lang="en-US" dirty="0"/>
          </a:p>
        </p:txBody>
      </p:sp>
      <p:pic>
        <p:nvPicPr>
          <p:cNvPr id="2056" name="Picture 8" descr="Yellow Lines on Road Meaning: What Each Type Means">
            <a:extLst>
              <a:ext uri="{FF2B5EF4-FFF2-40B4-BE49-F238E27FC236}">
                <a16:creationId xmlns:a16="http://schemas.microsoft.com/office/drawing/2014/main" id="{066D2039-0554-439F-9971-E3FDEC96B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8154" y="1881187"/>
            <a:ext cx="2323428" cy="154781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883BC3B-EA18-1623-2AB4-9D59B3DCCC38}"/>
              </a:ext>
            </a:extLst>
          </p:cNvPr>
          <p:cNvSpPr txBox="1"/>
          <p:nvPr/>
        </p:nvSpPr>
        <p:spPr>
          <a:xfrm>
            <a:off x="4360986" y="3434833"/>
            <a:ext cx="1444626" cy="369332"/>
          </a:xfrm>
          <a:prstGeom prst="rect">
            <a:avLst/>
          </a:prstGeom>
          <a:noFill/>
        </p:spPr>
        <p:txBody>
          <a:bodyPr wrap="none" rtlCol="0">
            <a:spAutoFit/>
          </a:bodyPr>
          <a:lstStyle/>
          <a:p>
            <a:r>
              <a:rPr lang="en-US" dirty="0" err="1"/>
              <a:t>SingleDashed</a:t>
            </a:r>
            <a:endParaRPr lang="en-US" dirty="0"/>
          </a:p>
        </p:txBody>
      </p:sp>
      <p:sp>
        <p:nvSpPr>
          <p:cNvPr id="10" name="TextBox 9">
            <a:extLst>
              <a:ext uri="{FF2B5EF4-FFF2-40B4-BE49-F238E27FC236}">
                <a16:creationId xmlns:a16="http://schemas.microsoft.com/office/drawing/2014/main" id="{49EBBEC8-D0C7-E0BC-8E45-F9E846230211}"/>
              </a:ext>
            </a:extLst>
          </p:cNvPr>
          <p:cNvSpPr txBox="1"/>
          <p:nvPr/>
        </p:nvSpPr>
        <p:spPr>
          <a:xfrm>
            <a:off x="7976475" y="3429000"/>
            <a:ext cx="1392369" cy="369332"/>
          </a:xfrm>
          <a:prstGeom prst="rect">
            <a:avLst/>
          </a:prstGeom>
          <a:noFill/>
        </p:spPr>
        <p:txBody>
          <a:bodyPr wrap="none" rtlCol="0">
            <a:spAutoFit/>
          </a:bodyPr>
          <a:lstStyle/>
          <a:p>
            <a:r>
              <a:rPr lang="en-US" dirty="0" err="1"/>
              <a:t>SingleDotted</a:t>
            </a:r>
            <a:endParaRPr lang="en-US" dirty="0"/>
          </a:p>
        </p:txBody>
      </p:sp>
      <p:pic>
        <p:nvPicPr>
          <p:cNvPr id="4" name="Imagen 3">
            <a:extLst>
              <a:ext uri="{FF2B5EF4-FFF2-40B4-BE49-F238E27FC236}">
                <a16:creationId xmlns:a16="http://schemas.microsoft.com/office/drawing/2014/main" id="{0C2FD03D-1EAC-D813-8C40-52E20358DF49}"/>
              </a:ext>
            </a:extLst>
          </p:cNvPr>
          <p:cNvPicPr>
            <a:picLocks noChangeAspect="1"/>
          </p:cNvPicPr>
          <p:nvPr/>
        </p:nvPicPr>
        <p:blipFill>
          <a:blip r:embed="rId4"/>
          <a:stretch>
            <a:fillRect/>
          </a:stretch>
        </p:blipFill>
        <p:spPr>
          <a:xfrm>
            <a:off x="7401994" y="1881187"/>
            <a:ext cx="2323428" cy="1548951"/>
          </a:xfrm>
          <a:prstGeom prst="rect">
            <a:avLst/>
          </a:prstGeom>
        </p:spPr>
      </p:pic>
    </p:spTree>
    <p:extLst>
      <p:ext uri="{BB962C8B-B14F-4D97-AF65-F5344CB8AC3E}">
        <p14:creationId xmlns:p14="http://schemas.microsoft.com/office/powerpoint/2010/main" val="1251647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A00F-82B4-5E7D-B95C-9832E1C125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A68AE4-259A-BC2E-C888-144659769381}"/>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6855CD00-5DF2-BA7B-E439-13FE98816411}"/>
              </a:ext>
            </a:extLst>
          </p:cNvPr>
          <p:cNvSpPr txBox="1"/>
          <p:nvPr/>
        </p:nvSpPr>
        <p:spPr>
          <a:xfrm>
            <a:off x="3290634" y="5198836"/>
            <a:ext cx="3941845"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PaintedStripesYellow_DoubleSolidLeftSide</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PaintedStripesYellow_DoubleSolidRightSide</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PaintedStripesYellow_DoubleDashedLeftSide</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PaintedStripesYellow_DoubleDashedRightSide</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p:txBody>
      </p:sp>
      <p:pic>
        <p:nvPicPr>
          <p:cNvPr id="3074" name="Picture 2" descr="A Comprehensive Guide of Road Markings in UK | TLM">
            <a:extLst>
              <a:ext uri="{FF2B5EF4-FFF2-40B4-BE49-F238E27FC236}">
                <a16:creationId xmlns:a16="http://schemas.microsoft.com/office/drawing/2014/main" id="{05C83BAC-0D8A-64D2-B341-5730A71690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154" y="2333361"/>
            <a:ext cx="2494279" cy="16752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5">
            <a:extLst>
              <a:ext uri="{FF2B5EF4-FFF2-40B4-BE49-F238E27FC236}">
                <a16:creationId xmlns:a16="http://schemas.microsoft.com/office/drawing/2014/main" id="{A23A041A-32AD-9B2A-0723-B8C383F1F614}"/>
              </a:ext>
            </a:extLst>
          </p:cNvPr>
          <p:cNvSpPr txBox="1"/>
          <p:nvPr/>
        </p:nvSpPr>
        <p:spPr>
          <a:xfrm>
            <a:off x="1183641" y="4001518"/>
            <a:ext cx="20709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DoubleSolidLeftSide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8">
            <a:extLst>
              <a:ext uri="{FF2B5EF4-FFF2-40B4-BE49-F238E27FC236}">
                <a16:creationId xmlns:a16="http://schemas.microsoft.com/office/drawing/2014/main" id="{31C18006-9371-1A1C-ABDA-3A9ACDE64D88}"/>
              </a:ext>
            </a:extLst>
          </p:cNvPr>
          <p:cNvSpPr txBox="1"/>
          <p:nvPr/>
        </p:nvSpPr>
        <p:spPr>
          <a:xfrm>
            <a:off x="4341469" y="4001518"/>
            <a:ext cx="21959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DoubleSolidRightSide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9">
            <a:extLst>
              <a:ext uri="{FF2B5EF4-FFF2-40B4-BE49-F238E27FC236}">
                <a16:creationId xmlns:a16="http://schemas.microsoft.com/office/drawing/2014/main" id="{F3DA5265-C015-6069-300D-7E9027915336}"/>
              </a:ext>
            </a:extLst>
          </p:cNvPr>
          <p:cNvSpPr txBox="1"/>
          <p:nvPr/>
        </p:nvSpPr>
        <p:spPr>
          <a:xfrm>
            <a:off x="1074386" y="5590023"/>
            <a:ext cx="23178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DoubleDashedLeftSide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76" name="Picture 4" descr="Single vs Double Yellow Lines | DRIVE Driving School">
            <a:extLst>
              <a:ext uri="{FF2B5EF4-FFF2-40B4-BE49-F238E27FC236}">
                <a16:creationId xmlns:a16="http://schemas.microsoft.com/office/drawing/2014/main" id="{BA9DECDA-BB64-3F8E-D003-A13BC11296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4418" y="2333361"/>
            <a:ext cx="2494279" cy="1685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4881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8E0B2-2519-A3FF-2655-020D2B16350D}"/>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ADDB9B78-8A2E-57FC-A212-484429122208}"/>
              </a:ext>
            </a:extLst>
          </p:cNvPr>
          <p:cNvSpPr txBox="1"/>
          <p:nvPr/>
        </p:nvSpPr>
        <p:spPr>
          <a:xfrm>
            <a:off x="2028924" y="5203904"/>
            <a:ext cx="3941845"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PaintedStripesYellow_SolidParkingMarkLeftAndRight</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PaintedStripesYellow_SolidParkingMarkLeft</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PaintedStripesYellow_SolidParkingMarkRight</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PaintedStripesYellow_SolidParkingAisleCap</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PaintedStripesYellow_SolidParkingHeadInBoundary</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098" name="Picture 2" descr="Una Señal De Tráfico En La Carretera Una Flecha Amarilla En El Concepto De  Tráfico Por Carretera Fotos, retratos, imágenes y fotografía de archivo  libres de derecho. Image 210367735">
            <a:extLst>
              <a:ext uri="{FF2B5EF4-FFF2-40B4-BE49-F238E27FC236}">
                <a16:creationId xmlns:a16="http://schemas.microsoft.com/office/drawing/2014/main" id="{283EE9E8-88BB-4F87-1E70-141796F4F4D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6731" y="2032000"/>
            <a:ext cx="2704386" cy="180292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5">
            <a:extLst>
              <a:ext uri="{FF2B5EF4-FFF2-40B4-BE49-F238E27FC236}">
                <a16:creationId xmlns:a16="http://schemas.microsoft.com/office/drawing/2014/main" id="{DF5B227D-BC41-F920-6415-FB0845EFC503}"/>
              </a:ext>
            </a:extLst>
          </p:cNvPr>
          <p:cNvSpPr txBox="1"/>
          <p:nvPr/>
        </p:nvSpPr>
        <p:spPr>
          <a:xfrm>
            <a:off x="478403" y="3991570"/>
            <a:ext cx="31010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SolidParkingMarkLeftAndRight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4100" name="Picture 4" descr="Una señal de flecha amarilla que está unida a una carretera de hormigón o  asfalto | Foto Premium">
            <a:extLst>
              <a:ext uri="{FF2B5EF4-FFF2-40B4-BE49-F238E27FC236}">
                <a16:creationId xmlns:a16="http://schemas.microsoft.com/office/drawing/2014/main" id="{4203568E-87F3-31E4-D6F7-532EB20A0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9846" y="2032000"/>
            <a:ext cx="1354474" cy="18040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9EFED7C-4A37-7276-E1F2-126F530E46A5}"/>
              </a:ext>
            </a:extLst>
          </p:cNvPr>
          <p:cNvSpPr txBox="1"/>
          <p:nvPr/>
        </p:nvSpPr>
        <p:spPr>
          <a:xfrm>
            <a:off x="3579445" y="4002484"/>
            <a:ext cx="21830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SolidParkingMarkLeft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102" name="Picture 6" descr="Flecha Amarilla De Tráfico En La Carretera De Hormigón Fotos, retratos,  imágenes y fotografía de archivo libres de derecho. Image 26136316">
            <a:extLst>
              <a:ext uri="{FF2B5EF4-FFF2-40B4-BE49-F238E27FC236}">
                <a16:creationId xmlns:a16="http://schemas.microsoft.com/office/drawing/2014/main" id="{36D672E1-8781-F9B8-D81A-4ECA9C8B6A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2159" y="2032000"/>
            <a:ext cx="1256621" cy="180292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5">
            <a:extLst>
              <a:ext uri="{FF2B5EF4-FFF2-40B4-BE49-F238E27FC236}">
                <a16:creationId xmlns:a16="http://schemas.microsoft.com/office/drawing/2014/main" id="{2B275003-6779-4FF9-365C-1F8D34AE4142}"/>
              </a:ext>
            </a:extLst>
          </p:cNvPr>
          <p:cNvSpPr txBox="1"/>
          <p:nvPr/>
        </p:nvSpPr>
        <p:spPr>
          <a:xfrm>
            <a:off x="6018952" y="3991570"/>
            <a:ext cx="23080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SolidParkingMarkRight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57882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4CAA7-BE5C-3F47-F0B0-2783CF7E0A72}"/>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62931C41-A307-7D16-B1A0-7CB6EF4F1CAD}"/>
              </a:ext>
            </a:extLst>
          </p:cNvPr>
          <p:cNvSpPr txBox="1"/>
          <p:nvPr/>
        </p:nvSpPr>
        <p:spPr>
          <a:xfrm>
            <a:off x="8636839" y="4268585"/>
            <a:ext cx="3941845" cy="178510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PaintedStripesYellow_ZigZag</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PaintedStripesYellow_SolidHorizontal</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PaintedStripesYellow_DashedHorizontal</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PaintedStripesYellow_StripedLines</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PaintedStripesYellow_SpeedBumpMarking</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PaintedStripesYellow_SpeedHumpMarking</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PaintedStripesYellow_BoxJunctionCrissCross</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PaintedStripesYellow_TrafficIslandInfill</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PaintedStripesYellow_Curb</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Calibri" panose="020F0502020204030204"/>
                <a:ea typeface="+mn-ea"/>
                <a:cs typeface="+mn-cs"/>
              </a:rPr>
              <a:t>PaintedStripesYellow_CartCorral</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[1 1 0], 5, 0</a:t>
            </a:r>
          </a:p>
        </p:txBody>
      </p:sp>
      <p:pic>
        <p:nvPicPr>
          <p:cNvPr id="3074" name="Picture 2" descr="New Speed Bumps Slow Traffic to a Crawl in Sea Isle Neighborhood - SeaIsle  News">
            <a:extLst>
              <a:ext uri="{FF2B5EF4-FFF2-40B4-BE49-F238E27FC236}">
                <a16:creationId xmlns:a16="http://schemas.microsoft.com/office/drawing/2014/main" id="{CEBAD93E-626A-0BB6-8816-0070EA7987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52225" y="1832249"/>
            <a:ext cx="2838669" cy="15967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585E5C3-0A31-5FDB-D88E-44402B1A57D8}"/>
              </a:ext>
            </a:extLst>
          </p:cNvPr>
          <p:cNvSpPr txBox="1"/>
          <p:nvPr/>
        </p:nvSpPr>
        <p:spPr>
          <a:xfrm>
            <a:off x="3215019" y="3527404"/>
            <a:ext cx="21130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SpeedHumpMarking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6" name="Picture 2" descr="Road Lines and Meanings: 20 Road Markings, Colors &amp; Rules">
            <a:extLst>
              <a:ext uri="{FF2B5EF4-FFF2-40B4-BE49-F238E27FC236}">
                <a16:creationId xmlns:a16="http://schemas.microsoft.com/office/drawing/2014/main" id="{358A0BFC-5615-E30D-C589-F3BA14D7A8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1842331"/>
            <a:ext cx="2557029" cy="15866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5">
            <a:extLst>
              <a:ext uri="{FF2B5EF4-FFF2-40B4-BE49-F238E27FC236}">
                <a16:creationId xmlns:a16="http://schemas.microsoft.com/office/drawing/2014/main" id="{F88C1025-F1F5-5880-36FE-8A03A99B33E2}"/>
              </a:ext>
            </a:extLst>
          </p:cNvPr>
          <p:cNvSpPr txBox="1"/>
          <p:nvPr/>
        </p:nvSpPr>
        <p:spPr>
          <a:xfrm>
            <a:off x="1012424" y="3580643"/>
            <a:ext cx="77982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ZigZag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8" name="Picture 4" descr="Speed Bump Installation in Maryland &amp; Virginia – Get a Quote">
            <a:extLst>
              <a:ext uri="{FF2B5EF4-FFF2-40B4-BE49-F238E27FC236}">
                <a16:creationId xmlns:a16="http://schemas.microsoft.com/office/drawing/2014/main" id="{CE421855-11A1-7DBF-A0EF-BF032AEAB2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7942" y="1832249"/>
            <a:ext cx="2401129" cy="159675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4">
            <a:extLst>
              <a:ext uri="{FF2B5EF4-FFF2-40B4-BE49-F238E27FC236}">
                <a16:creationId xmlns:a16="http://schemas.microsoft.com/office/drawing/2014/main" id="{339C3FD2-5E6F-FAEA-507C-E10C6A3D41AE}"/>
              </a:ext>
            </a:extLst>
          </p:cNvPr>
          <p:cNvSpPr txBox="1"/>
          <p:nvPr/>
        </p:nvSpPr>
        <p:spPr>
          <a:xfrm>
            <a:off x="6051966" y="3527404"/>
            <a:ext cx="20938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SpeedBumpMarking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50" name="Picture 2" descr="Yellow line (road marking) - Wikipedia">
            <a:extLst>
              <a:ext uri="{FF2B5EF4-FFF2-40B4-BE49-F238E27FC236}">
                <a16:creationId xmlns:a16="http://schemas.microsoft.com/office/drawing/2014/main" id="{A445395D-6141-4A8F-39F4-E57BE9D528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26119" y="1867767"/>
            <a:ext cx="2081643" cy="156123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ink inside the box | Roads.org.uk">
            <a:extLst>
              <a:ext uri="{FF2B5EF4-FFF2-40B4-BE49-F238E27FC236}">
                <a16:creationId xmlns:a16="http://schemas.microsoft.com/office/drawing/2014/main" id="{D3177097-79C5-C92D-E631-4472CC1CCF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825" y="4101618"/>
            <a:ext cx="2557029" cy="161733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4ECEA7B-26A7-C441-905A-EEF7F9F71504}"/>
              </a:ext>
            </a:extLst>
          </p:cNvPr>
          <p:cNvSpPr txBox="1"/>
          <p:nvPr/>
        </p:nvSpPr>
        <p:spPr>
          <a:xfrm>
            <a:off x="276164" y="5870591"/>
            <a:ext cx="2252348" cy="369332"/>
          </a:xfrm>
          <a:prstGeom prst="rect">
            <a:avLst/>
          </a:prstGeom>
          <a:noFill/>
        </p:spPr>
        <p:txBody>
          <a:bodyPr wrap="none" rtlCol="0">
            <a:spAutoFit/>
          </a:bodyPr>
          <a:lstStyle/>
          <a:p>
            <a:pPr lvl="0"/>
            <a:r>
              <a:rPr lang="en-US" dirty="0" err="1">
                <a:solidFill>
                  <a:prstClr val="black"/>
                </a:solidFill>
              </a:rPr>
              <a:t>BoxJunctionCrissCross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56" name="Picture 8" descr="Traffic Islands - Rosehill Highways">
            <a:extLst>
              <a:ext uri="{FF2B5EF4-FFF2-40B4-BE49-F238E27FC236}">
                <a16:creationId xmlns:a16="http://schemas.microsoft.com/office/drawing/2014/main" id="{AB47AD1B-A5C8-9706-4555-527A4DB0E15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5161" t="11517" r="20834"/>
          <a:stretch>
            <a:fillRect/>
          </a:stretch>
        </p:blipFill>
        <p:spPr bwMode="auto">
          <a:xfrm>
            <a:off x="2931131" y="4101618"/>
            <a:ext cx="1467481" cy="15967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5">
            <a:extLst>
              <a:ext uri="{FF2B5EF4-FFF2-40B4-BE49-F238E27FC236}">
                <a16:creationId xmlns:a16="http://schemas.microsoft.com/office/drawing/2014/main" id="{7D07FF21-4CB4-AE46-106C-9EDA79486548}"/>
              </a:ext>
            </a:extLst>
          </p:cNvPr>
          <p:cNvSpPr txBox="1"/>
          <p:nvPr/>
        </p:nvSpPr>
        <p:spPr>
          <a:xfrm>
            <a:off x="2805469" y="5869023"/>
            <a:ext cx="1718804" cy="369332"/>
          </a:xfrm>
          <a:prstGeom prst="rect">
            <a:avLst/>
          </a:prstGeom>
          <a:noFill/>
        </p:spPr>
        <p:txBody>
          <a:bodyPr wrap="none" rtlCol="0">
            <a:spAutoFit/>
          </a:bodyPr>
          <a:lstStyle/>
          <a:p>
            <a:pPr lvl="0"/>
            <a:r>
              <a:rPr lang="en-US" dirty="0" err="1">
                <a:solidFill>
                  <a:prstClr val="black"/>
                </a:solidFill>
              </a:rPr>
              <a:t>TrafficIslandInfill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58" name="Picture 10" descr="137.623 fotos de stock, fotos en alta resolución e imágenes sobre Curb -  Getty Images | Street">
            <a:extLst>
              <a:ext uri="{FF2B5EF4-FFF2-40B4-BE49-F238E27FC236}">
                <a16:creationId xmlns:a16="http://schemas.microsoft.com/office/drawing/2014/main" id="{42ABE6A9-C596-D263-2F62-6DDA7C58168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7834" y="4101618"/>
            <a:ext cx="2401129" cy="160075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5">
            <a:extLst>
              <a:ext uri="{FF2B5EF4-FFF2-40B4-BE49-F238E27FC236}">
                <a16:creationId xmlns:a16="http://schemas.microsoft.com/office/drawing/2014/main" id="{46087D21-ACC5-30EB-4BAE-82257E70B0FD}"/>
              </a:ext>
            </a:extLst>
          </p:cNvPr>
          <p:cNvSpPr txBox="1"/>
          <p:nvPr/>
        </p:nvSpPr>
        <p:spPr>
          <a:xfrm>
            <a:off x="5522446" y="5839930"/>
            <a:ext cx="631904" cy="369332"/>
          </a:xfrm>
          <a:prstGeom prst="rect">
            <a:avLst/>
          </a:prstGeom>
          <a:noFill/>
        </p:spPr>
        <p:txBody>
          <a:bodyPr wrap="none" rtlCol="0">
            <a:spAutoFit/>
          </a:bodyPr>
          <a:lstStyle/>
          <a:p>
            <a:pPr lvl="0"/>
            <a:r>
              <a:rPr lang="en-US" dirty="0">
                <a:solidFill>
                  <a:prstClr val="black"/>
                </a:solidFill>
              </a:rPr>
              <a:t>Curb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117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21399</TotalTime>
  <Words>1871</Words>
  <Application>Microsoft Office PowerPoint</Application>
  <PresentationFormat>Panorámica</PresentationFormat>
  <Paragraphs>209</Paragraphs>
  <Slides>42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42</vt:i4>
      </vt:variant>
    </vt:vector>
  </HeadingPairs>
  <TitlesOfParts>
    <vt:vector size="46" baseType="lpstr">
      <vt:lpstr>Arial</vt:lpstr>
      <vt:lpstr>Calibri</vt:lpstr>
      <vt:lpstr>Calibri Light</vt:lpstr>
      <vt:lpstr>Office Theme</vt:lpstr>
      <vt:lpstr>Hand Trace Library</vt:lpstr>
      <vt:lpstr>The organization of this presentation is as follows:</vt:lpstr>
      <vt:lpstr>Motivation and Structure of the Repo</vt:lpstr>
      <vt:lpstr>The goal if this repo is to allow humans to “tag” key features for autonomous or automated vehicles operating on roads</vt:lpstr>
      <vt:lpstr>Basic “getting started” Steps</vt:lpstr>
      <vt:lpstr>Basic getting started operations include</vt:lpstr>
      <vt:lpstr>To set up the work space, run the main demo script in the repo</vt:lpstr>
      <vt:lpstr>We only need to run the function up to the line AFTER the environment has been set up</vt:lpstr>
      <vt:lpstr>The core functions of the code depend on category definitions for items we want to label. </vt:lpstr>
      <vt:lpstr>Inside each text file is a list of all the items that can be “tagged” as part of that category.</vt:lpstr>
      <vt:lpstr>For example, the file “Categories_PaintedStripesYellow.txt” contains a list of all the painted yellow markings that are possible to find on the road.</vt:lpstr>
      <vt:lpstr>The format of each line inside a category lists important items </vt:lpstr>
      <vt:lpstr>Each category appears when we run the core labelling function.</vt:lpstr>
      <vt:lpstr>When running the demo, it opens the drawing interface tool</vt:lpstr>
      <vt:lpstr>If we click on the categories, the individual items are shown. </vt:lpstr>
      <vt:lpstr>Many categories can be selected on/off by clicking on the legend.</vt:lpstr>
      <vt:lpstr>Category Organization Suggestions</vt:lpstr>
      <vt:lpstr>Checking the inputs to functions</vt:lpstr>
      <vt:lpstr>Examples from Test Track</vt:lpstr>
      <vt:lpstr>Documentation of Items Within “ImpliedStripes”</vt:lpstr>
      <vt:lpstr>Here are images that show all items within the ImpliedStripes category</vt:lpstr>
      <vt:lpstr>Documentation of Items Within “PaintedStripesBlue”</vt:lpstr>
      <vt:lpstr>Here’s a visual example of blue painted stripes</vt:lpstr>
      <vt:lpstr>Here are images that show all items within the PaintedStripesBlue category</vt:lpstr>
      <vt:lpstr>Presentación de PowerPoint</vt:lpstr>
      <vt:lpstr>Presentación de PowerPoint</vt:lpstr>
      <vt:lpstr>Documentation of Items Within “PaintedStripesGreen”</vt:lpstr>
      <vt:lpstr>Here are images that show all items within the PaintedStripesGreen category</vt:lpstr>
      <vt:lpstr>Documentation of Items Within “PaintedStripesRed”</vt:lpstr>
      <vt:lpstr>Here are images that show all items within the PaintedStripesRed category</vt:lpstr>
      <vt:lpstr>Documentation of Items Within “PaintedStripesWhite”</vt:lpstr>
      <vt:lpstr>Here’s a visual example of white painted stripes</vt:lpstr>
      <vt:lpstr>Here are images that show all items within the PaintedStripesYellow category</vt:lpstr>
      <vt:lpstr>Presentación de PowerPoint</vt:lpstr>
      <vt:lpstr>Presentación de PowerPoint</vt:lpstr>
      <vt:lpstr>Presentación de PowerPoint</vt:lpstr>
      <vt:lpstr>Documentation of Items Within “PaintedStripesYellow”</vt:lpstr>
      <vt:lpstr>Here’s a visual example of yellow painted stripes</vt:lpstr>
      <vt:lpstr>Here are images that show all items within the PaintedStripesYellow category</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the Path</dc:title>
  <dc:creator>Brennan, Sean N</dc:creator>
  <cp:lastModifiedBy>Jaime Rodríguez Suárez</cp:lastModifiedBy>
  <cp:revision>127</cp:revision>
  <dcterms:created xsi:type="dcterms:W3CDTF">2021-03-21T21:01:18Z</dcterms:created>
  <dcterms:modified xsi:type="dcterms:W3CDTF">2026-03-24T11:28:04Z</dcterms:modified>
</cp:coreProperties>
</file>